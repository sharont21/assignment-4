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81" r:id="rId3"/>
    <p:sldId id="283" r:id="rId4"/>
    <p:sldId id="284" r:id="rId5"/>
    <p:sldId id="285" r:id="rId6"/>
    <p:sldId id="287" r:id="rId7"/>
    <p:sldId id="280" r:id="rId8"/>
    <p:sldId id="262" r:id="rId9"/>
    <p:sldId id="264" r:id="rId10"/>
    <p:sldId id="288" r:id="rId11"/>
    <p:sldId id="289" r:id="rId12"/>
    <p:sldId id="290" r:id="rId13"/>
    <p:sldId id="294" r:id="rId14"/>
    <p:sldId id="291" r:id="rId15"/>
    <p:sldId id="292" r:id="rId16"/>
    <p:sldId id="295" r:id="rId17"/>
    <p:sldId id="296" r:id="rId18"/>
    <p:sldId id="293" r:id="rId19"/>
    <p:sldId id="297" r:id="rId20"/>
    <p:sldId id="298"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702740-72F8-48AA-A8DF-A838C9FFAFF1}" v="382" dt="2025-12-05T23:25:52.4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42" autoAdjust="0"/>
    <p:restoredTop sz="94660"/>
  </p:normalViewPr>
  <p:slideViewPr>
    <p:cSldViewPr snapToGrid="0">
      <p:cViewPr>
        <p:scale>
          <a:sx n="66" d="100"/>
          <a:sy n="66" d="100"/>
        </p:scale>
        <p:origin x="981" y="7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on Tsukernik" userId="4b85f9774ff30eac" providerId="LiveId" clId="{234F80CC-A0E5-4DF7-A8FF-5AC8A23F0D83}"/>
    <pc:docChg chg="undo redo custSel addSld delSld modSld sldOrd">
      <pc:chgData name="Sharon Tsukernik" userId="4b85f9774ff30eac" providerId="LiveId" clId="{234F80CC-A0E5-4DF7-A8FF-5AC8A23F0D83}" dt="2025-12-05T23:25:56.015" v="10663" actId="1076"/>
      <pc:docMkLst>
        <pc:docMk/>
      </pc:docMkLst>
      <pc:sldChg chg="addSp delSp modSp mod setBg addAnim delAnim setClrOvrMap">
        <pc:chgData name="Sharon Tsukernik" userId="4b85f9774ff30eac" providerId="LiveId" clId="{234F80CC-A0E5-4DF7-A8FF-5AC8A23F0D83}" dt="2025-12-05T22:25:00.779" v="9993" actId="403"/>
        <pc:sldMkLst>
          <pc:docMk/>
          <pc:sldMk cId="3578724147" sldId="256"/>
        </pc:sldMkLst>
        <pc:spChg chg="mod">
          <ac:chgData name="Sharon Tsukernik" userId="4b85f9774ff30eac" providerId="LiveId" clId="{234F80CC-A0E5-4DF7-A8FF-5AC8A23F0D83}" dt="2025-12-05T22:25:00.779" v="9993" actId="403"/>
          <ac:spMkLst>
            <pc:docMk/>
            <pc:sldMk cId="3578724147" sldId="256"/>
            <ac:spMk id="2" creationId="{5944457B-DD7A-0D42-D3A7-63F37409C7D8}"/>
          </ac:spMkLst>
        </pc:spChg>
        <pc:spChg chg="mod">
          <ac:chgData name="Sharon Tsukernik" userId="4b85f9774ff30eac" providerId="LiveId" clId="{234F80CC-A0E5-4DF7-A8FF-5AC8A23F0D83}" dt="2025-12-05T22:24:21.811" v="9984" actId="26606"/>
          <ac:spMkLst>
            <pc:docMk/>
            <pc:sldMk cId="3578724147" sldId="256"/>
            <ac:spMk id="3" creationId="{83B89876-5131-1AA5-B90B-B5DFD1132D69}"/>
          </ac:spMkLst>
        </pc:spChg>
        <pc:spChg chg="add del">
          <ac:chgData name="Sharon Tsukernik" userId="4b85f9774ff30eac" providerId="LiveId" clId="{234F80CC-A0E5-4DF7-A8FF-5AC8A23F0D83}" dt="2025-12-05T17:36:08.345" v="787" actId="26606"/>
          <ac:spMkLst>
            <pc:docMk/>
            <pc:sldMk cId="3578724147" sldId="256"/>
            <ac:spMk id="1046" creationId="{19D32F93-50AC-4C46-A5DB-291C60DDB7BD}"/>
          </ac:spMkLst>
        </pc:spChg>
        <pc:spChg chg="add del">
          <ac:chgData name="Sharon Tsukernik" userId="4b85f9774ff30eac" providerId="LiveId" clId="{234F80CC-A0E5-4DF7-A8FF-5AC8A23F0D83}" dt="2025-12-05T17:36:08.345" v="787" actId="26606"/>
          <ac:spMkLst>
            <pc:docMk/>
            <pc:sldMk cId="3578724147" sldId="256"/>
            <ac:spMk id="1048" creationId="{827DC2C4-B485-428A-BF4A-472D2967F47F}"/>
          </ac:spMkLst>
        </pc:spChg>
        <pc:spChg chg="add del">
          <ac:chgData name="Sharon Tsukernik" userId="4b85f9774ff30eac" providerId="LiveId" clId="{234F80CC-A0E5-4DF7-A8FF-5AC8A23F0D83}" dt="2025-12-05T17:36:08.345" v="787" actId="26606"/>
          <ac:spMkLst>
            <pc:docMk/>
            <pc:sldMk cId="3578724147" sldId="256"/>
            <ac:spMk id="1049" creationId="{EE04B5EB-F158-4507-90DD-BD23620C7CC9}"/>
          </ac:spMkLst>
        </pc:spChg>
        <pc:spChg chg="add del">
          <ac:chgData name="Sharon Tsukernik" userId="4b85f9774ff30eac" providerId="LiveId" clId="{234F80CC-A0E5-4DF7-A8FF-5AC8A23F0D83}" dt="2025-12-05T22:24:21.811" v="9984" actId="26606"/>
          <ac:spMkLst>
            <pc:docMk/>
            <pc:sldMk cId="3578724147" sldId="256"/>
            <ac:spMk id="1051" creationId="{9B7AD9F6-8CE7-4299-8FC6-328F4DCD3FF9}"/>
          </ac:spMkLst>
        </pc:spChg>
        <pc:spChg chg="add del">
          <ac:chgData name="Sharon Tsukernik" userId="4b85f9774ff30eac" providerId="LiveId" clId="{234F80CC-A0E5-4DF7-A8FF-5AC8A23F0D83}" dt="2025-12-05T22:24:21.811" v="9984" actId="26606"/>
          <ac:spMkLst>
            <pc:docMk/>
            <pc:sldMk cId="3578724147" sldId="256"/>
            <ac:spMk id="1052" creationId="{F49775AF-8896-43EE-92C6-83497D6DC56F}"/>
          </ac:spMkLst>
        </pc:spChg>
        <pc:spChg chg="add del">
          <ac:chgData name="Sharon Tsukernik" userId="4b85f9774ff30eac" providerId="LiveId" clId="{234F80CC-A0E5-4DF7-A8FF-5AC8A23F0D83}" dt="2025-12-05T17:25:32.021" v="786" actId="26606"/>
          <ac:spMkLst>
            <pc:docMk/>
            <pc:sldMk cId="3578724147" sldId="256"/>
            <ac:spMk id="1054" creationId="{665DBBEF-238B-476B-96AB-8AAC3224ECEA}"/>
          </ac:spMkLst>
        </pc:spChg>
        <pc:spChg chg="add del">
          <ac:chgData name="Sharon Tsukernik" userId="4b85f9774ff30eac" providerId="LiveId" clId="{234F80CC-A0E5-4DF7-A8FF-5AC8A23F0D83}" dt="2025-12-05T22:24:18.228" v="9980" actId="26606"/>
          <ac:spMkLst>
            <pc:docMk/>
            <pc:sldMk cId="3578724147" sldId="256"/>
            <ac:spMk id="1055" creationId="{E91DC736-0EF8-4F87-9146-EBF1D2EE4D3D}"/>
          </ac:spMkLst>
        </pc:spChg>
        <pc:spChg chg="add del">
          <ac:chgData name="Sharon Tsukernik" userId="4b85f9774ff30eac" providerId="LiveId" clId="{234F80CC-A0E5-4DF7-A8FF-5AC8A23F0D83}" dt="2025-12-05T17:25:32.021" v="786" actId="26606"/>
          <ac:spMkLst>
            <pc:docMk/>
            <pc:sldMk cId="3578724147" sldId="256"/>
            <ac:spMk id="1056" creationId="{3FCFB1DE-0B7E-48CC-BA90-B2AB0889F9D6}"/>
          </ac:spMkLst>
        </pc:spChg>
        <pc:spChg chg="add del">
          <ac:chgData name="Sharon Tsukernik" userId="4b85f9774ff30eac" providerId="LiveId" clId="{234F80CC-A0E5-4DF7-A8FF-5AC8A23F0D83}" dt="2025-12-05T19:59:59.148" v="4205" actId="26606"/>
          <ac:spMkLst>
            <pc:docMk/>
            <pc:sldMk cId="3578724147" sldId="256"/>
            <ac:spMk id="1057" creationId="{5DCB5928-DC7D-4612-9922-441966E15627}"/>
          </ac:spMkLst>
        </pc:spChg>
        <pc:spChg chg="add del">
          <ac:chgData name="Sharon Tsukernik" userId="4b85f9774ff30eac" providerId="LiveId" clId="{234F80CC-A0E5-4DF7-A8FF-5AC8A23F0D83}" dt="2025-12-05T22:24:18.228" v="9980" actId="26606"/>
          <ac:spMkLst>
            <pc:docMk/>
            <pc:sldMk cId="3578724147" sldId="256"/>
            <ac:spMk id="1058" creationId="{097CD68E-23E3-4007-8847-CD0944C4F7BE}"/>
          </ac:spMkLst>
        </pc:spChg>
        <pc:spChg chg="add del">
          <ac:chgData name="Sharon Tsukernik" userId="4b85f9774ff30eac" providerId="LiveId" clId="{234F80CC-A0E5-4DF7-A8FF-5AC8A23F0D83}" dt="2025-12-05T19:59:59.148" v="4205" actId="26606"/>
          <ac:spMkLst>
            <pc:docMk/>
            <pc:sldMk cId="3578724147" sldId="256"/>
            <ac:spMk id="1059" creationId="{682C1161-1736-45EC-99B7-33F3CAE9D517}"/>
          </ac:spMkLst>
        </pc:spChg>
        <pc:spChg chg="add del">
          <ac:chgData name="Sharon Tsukernik" userId="4b85f9774ff30eac" providerId="LiveId" clId="{234F80CC-A0E5-4DF7-A8FF-5AC8A23F0D83}" dt="2025-12-05T22:24:18.228" v="9980" actId="26606"/>
          <ac:spMkLst>
            <pc:docMk/>
            <pc:sldMk cId="3578724147" sldId="256"/>
            <ac:spMk id="1060" creationId="{AF2F604E-43BE-4DC3-B983-E071523364F8}"/>
          </ac:spMkLst>
        </pc:spChg>
        <pc:spChg chg="add del">
          <ac:chgData name="Sharon Tsukernik" userId="4b85f9774ff30eac" providerId="LiveId" clId="{234F80CC-A0E5-4DF7-A8FF-5AC8A23F0D83}" dt="2025-12-05T19:59:59.148" v="4205" actId="26606"/>
          <ac:spMkLst>
            <pc:docMk/>
            <pc:sldMk cId="3578724147" sldId="256"/>
            <ac:spMk id="1061" creationId="{84D4DDB8-B68F-45B0-9F62-C4279996F672}"/>
          </ac:spMkLst>
        </pc:spChg>
        <pc:spChg chg="add del">
          <ac:chgData name="Sharon Tsukernik" userId="4b85f9774ff30eac" providerId="LiveId" clId="{234F80CC-A0E5-4DF7-A8FF-5AC8A23F0D83}" dt="2025-12-05T22:24:18.228" v="9980" actId="26606"/>
          <ac:spMkLst>
            <pc:docMk/>
            <pc:sldMk cId="3578724147" sldId="256"/>
            <ac:spMk id="1062" creationId="{08C9B587-E65E-4B52-B37C-ABEBB6E87928}"/>
          </ac:spMkLst>
        </pc:spChg>
        <pc:spChg chg="add del">
          <ac:chgData name="Sharon Tsukernik" userId="4b85f9774ff30eac" providerId="LiveId" clId="{234F80CC-A0E5-4DF7-A8FF-5AC8A23F0D83}" dt="2025-12-05T19:59:59.148" v="4205" actId="26606"/>
          <ac:spMkLst>
            <pc:docMk/>
            <pc:sldMk cId="3578724147" sldId="256"/>
            <ac:spMk id="1063" creationId="{AF2F604E-43BE-4DC3-B983-E071523364F8}"/>
          </ac:spMkLst>
        </pc:spChg>
        <pc:spChg chg="add del">
          <ac:chgData name="Sharon Tsukernik" userId="4b85f9774ff30eac" providerId="LiveId" clId="{234F80CC-A0E5-4DF7-A8FF-5AC8A23F0D83}" dt="2025-12-05T22:24:20.531" v="9982" actId="26606"/>
          <ac:spMkLst>
            <pc:docMk/>
            <pc:sldMk cId="3578724147" sldId="256"/>
            <ac:spMk id="1064" creationId="{ECC07320-C2CA-4E29-8481-9D9E143C7788}"/>
          </ac:spMkLst>
        </pc:spChg>
        <pc:spChg chg="add del">
          <ac:chgData name="Sharon Tsukernik" userId="4b85f9774ff30eac" providerId="LiveId" clId="{234F80CC-A0E5-4DF7-A8FF-5AC8A23F0D83}" dt="2025-12-05T19:59:59.148" v="4205" actId="26606"/>
          <ac:spMkLst>
            <pc:docMk/>
            <pc:sldMk cId="3578724147" sldId="256"/>
            <ac:spMk id="1065" creationId="{08C9B587-E65E-4B52-B37C-ABEBB6E87928}"/>
          </ac:spMkLst>
        </pc:spChg>
        <pc:spChg chg="add del">
          <ac:chgData name="Sharon Tsukernik" userId="4b85f9774ff30eac" providerId="LiveId" clId="{234F80CC-A0E5-4DF7-A8FF-5AC8A23F0D83}" dt="2025-12-05T22:24:20.531" v="9982" actId="26606"/>
          <ac:spMkLst>
            <pc:docMk/>
            <pc:sldMk cId="3578724147" sldId="256"/>
            <ac:spMk id="1066" creationId="{178FB36B-5BFE-42CA-BC60-1115E0D95EEC}"/>
          </ac:spMkLst>
        </pc:spChg>
        <pc:spChg chg="add del">
          <ac:chgData name="Sharon Tsukernik" userId="4b85f9774ff30eac" providerId="LiveId" clId="{234F80CC-A0E5-4DF7-A8FF-5AC8A23F0D83}" dt="2025-12-05T22:24:21.811" v="9984" actId="26606"/>
          <ac:spMkLst>
            <pc:docMk/>
            <pc:sldMk cId="3578724147" sldId="256"/>
            <ac:spMk id="1068" creationId="{5DCB5928-DC7D-4612-9922-441966E15627}"/>
          </ac:spMkLst>
        </pc:spChg>
        <pc:spChg chg="add del">
          <ac:chgData name="Sharon Tsukernik" userId="4b85f9774ff30eac" providerId="LiveId" clId="{234F80CC-A0E5-4DF7-A8FF-5AC8A23F0D83}" dt="2025-12-05T22:24:21.811" v="9984" actId="26606"/>
          <ac:spMkLst>
            <pc:docMk/>
            <pc:sldMk cId="3578724147" sldId="256"/>
            <ac:spMk id="1069" creationId="{682C1161-1736-45EC-99B7-33F3CAE9D517}"/>
          </ac:spMkLst>
        </pc:spChg>
        <pc:spChg chg="add del">
          <ac:chgData name="Sharon Tsukernik" userId="4b85f9774ff30eac" providerId="LiveId" clId="{234F80CC-A0E5-4DF7-A8FF-5AC8A23F0D83}" dt="2025-12-05T22:24:21.811" v="9984" actId="26606"/>
          <ac:spMkLst>
            <pc:docMk/>
            <pc:sldMk cId="3578724147" sldId="256"/>
            <ac:spMk id="1070" creationId="{84D4DDB8-B68F-45B0-9F62-C4279996F672}"/>
          </ac:spMkLst>
        </pc:spChg>
        <pc:spChg chg="add del">
          <ac:chgData name="Sharon Tsukernik" userId="4b85f9774ff30eac" providerId="LiveId" clId="{234F80CC-A0E5-4DF7-A8FF-5AC8A23F0D83}" dt="2025-12-05T22:24:21.811" v="9984" actId="26606"/>
          <ac:spMkLst>
            <pc:docMk/>
            <pc:sldMk cId="3578724147" sldId="256"/>
            <ac:spMk id="1071" creationId="{AF2F604E-43BE-4DC3-B983-E071523364F8}"/>
          </ac:spMkLst>
        </pc:spChg>
        <pc:spChg chg="add del">
          <ac:chgData name="Sharon Tsukernik" userId="4b85f9774ff30eac" providerId="LiveId" clId="{234F80CC-A0E5-4DF7-A8FF-5AC8A23F0D83}" dt="2025-12-05T22:24:21.811" v="9984" actId="26606"/>
          <ac:spMkLst>
            <pc:docMk/>
            <pc:sldMk cId="3578724147" sldId="256"/>
            <ac:spMk id="1072" creationId="{08C9B587-E65E-4B52-B37C-ABEBB6E87928}"/>
          </ac:spMkLst>
        </pc:spChg>
        <pc:picChg chg="add mod ord">
          <ac:chgData name="Sharon Tsukernik" userId="4b85f9774ff30eac" providerId="LiveId" clId="{234F80CC-A0E5-4DF7-A8FF-5AC8A23F0D83}" dt="2025-12-05T22:24:21.811" v="9984" actId="26606"/>
          <ac:picMkLst>
            <pc:docMk/>
            <pc:sldMk cId="3578724147" sldId="256"/>
            <ac:picMk id="5" creationId="{50F7DB97-A0C1-97F5-9C4A-F058CBDDB08F}"/>
          </ac:picMkLst>
        </pc:picChg>
      </pc:sldChg>
      <pc:sldChg chg="addSp delSp modSp new del mod setBg">
        <pc:chgData name="Sharon Tsukernik" userId="4b85f9774ff30eac" providerId="LiveId" clId="{234F80CC-A0E5-4DF7-A8FF-5AC8A23F0D83}" dt="2025-12-05T17:50:26.434" v="1700" actId="47"/>
        <pc:sldMkLst>
          <pc:docMk/>
          <pc:sldMk cId="3112787302" sldId="257"/>
        </pc:sldMkLst>
        <pc:spChg chg="mod">
          <ac:chgData name="Sharon Tsukernik" userId="4b85f9774ff30eac" providerId="LiveId" clId="{234F80CC-A0E5-4DF7-A8FF-5AC8A23F0D83}" dt="2025-12-05T17:37:11.347" v="812" actId="26606"/>
          <ac:spMkLst>
            <pc:docMk/>
            <pc:sldMk cId="3112787302" sldId="257"/>
            <ac:spMk id="2" creationId="{BDC8B860-5D4B-EBB1-FAB7-DFD6BE4101D5}"/>
          </ac:spMkLst>
        </pc:spChg>
        <pc:spChg chg="add mod ord">
          <ac:chgData name="Sharon Tsukernik" userId="4b85f9774ff30eac" providerId="LiveId" clId="{234F80CC-A0E5-4DF7-A8FF-5AC8A23F0D83}" dt="2025-12-05T17:37:11.347" v="812" actId="26606"/>
          <ac:spMkLst>
            <pc:docMk/>
            <pc:sldMk cId="3112787302" sldId="257"/>
            <ac:spMk id="3" creationId="{984BC040-2571-2559-E1C2-18A22561D1AF}"/>
          </ac:spMkLst>
        </pc:spChg>
        <pc:spChg chg="add mod">
          <ac:chgData name="Sharon Tsukernik" userId="4b85f9774ff30eac" providerId="LiveId" clId="{234F80CC-A0E5-4DF7-A8FF-5AC8A23F0D83}" dt="2025-12-05T17:37:11.347" v="812" actId="26606"/>
          <ac:spMkLst>
            <pc:docMk/>
            <pc:sldMk cId="3112787302" sldId="257"/>
            <ac:spMk id="4" creationId="{8B700B86-0C2B-B976-0EF7-7BA22556F4C5}"/>
          </ac:spMkLst>
        </pc:spChg>
        <pc:spChg chg="add del">
          <ac:chgData name="Sharon Tsukernik" userId="4b85f9774ff30eac" providerId="LiveId" clId="{234F80CC-A0E5-4DF7-A8FF-5AC8A23F0D83}" dt="2025-12-05T17:37:11.347" v="812" actId="26606"/>
          <ac:spMkLst>
            <pc:docMk/>
            <pc:sldMk cId="3112787302" sldId="257"/>
            <ac:spMk id="8" creationId="{081EA652-8C6A-4E69-BEB9-170809474553}"/>
          </ac:spMkLst>
        </pc:spChg>
        <pc:spChg chg="add del">
          <ac:chgData name="Sharon Tsukernik" userId="4b85f9774ff30eac" providerId="LiveId" clId="{234F80CC-A0E5-4DF7-A8FF-5AC8A23F0D83}" dt="2025-12-05T17:37:11.347" v="812" actId="26606"/>
          <ac:spMkLst>
            <pc:docMk/>
            <pc:sldMk cId="3112787302" sldId="257"/>
            <ac:spMk id="12" creationId="{7F488E8B-4E1E-4402-8935-D4E6C02615C7}"/>
          </ac:spMkLst>
        </pc:spChg>
        <pc:spChg chg="add">
          <ac:chgData name="Sharon Tsukernik" userId="4b85f9774ff30eac" providerId="LiveId" clId="{234F80CC-A0E5-4DF7-A8FF-5AC8A23F0D83}" dt="2025-12-05T17:37:11.347" v="812" actId="26606"/>
          <ac:spMkLst>
            <pc:docMk/>
            <pc:sldMk cId="3112787302" sldId="257"/>
            <ac:spMk id="17" creationId="{5DCB5928-DC7D-4612-9922-441966E15627}"/>
          </ac:spMkLst>
        </pc:spChg>
        <pc:spChg chg="add">
          <ac:chgData name="Sharon Tsukernik" userId="4b85f9774ff30eac" providerId="LiveId" clId="{234F80CC-A0E5-4DF7-A8FF-5AC8A23F0D83}" dt="2025-12-05T17:37:11.347" v="812" actId="26606"/>
          <ac:spMkLst>
            <pc:docMk/>
            <pc:sldMk cId="3112787302" sldId="257"/>
            <ac:spMk id="19" creationId="{682C1161-1736-45EC-99B7-33F3CAE9D517}"/>
          </ac:spMkLst>
        </pc:spChg>
        <pc:spChg chg="add">
          <ac:chgData name="Sharon Tsukernik" userId="4b85f9774ff30eac" providerId="LiveId" clId="{234F80CC-A0E5-4DF7-A8FF-5AC8A23F0D83}" dt="2025-12-05T17:37:11.347" v="812" actId="26606"/>
          <ac:spMkLst>
            <pc:docMk/>
            <pc:sldMk cId="3112787302" sldId="257"/>
            <ac:spMk id="21" creationId="{84D4DDB8-B68F-45B0-9F62-C4279996F672}"/>
          </ac:spMkLst>
        </pc:spChg>
        <pc:spChg chg="add">
          <ac:chgData name="Sharon Tsukernik" userId="4b85f9774ff30eac" providerId="LiveId" clId="{234F80CC-A0E5-4DF7-A8FF-5AC8A23F0D83}" dt="2025-12-05T17:37:11.347" v="812" actId="26606"/>
          <ac:spMkLst>
            <pc:docMk/>
            <pc:sldMk cId="3112787302" sldId="257"/>
            <ac:spMk id="23" creationId="{AF2F604E-43BE-4DC3-B983-E071523364F8}"/>
          </ac:spMkLst>
        </pc:spChg>
        <pc:spChg chg="add">
          <ac:chgData name="Sharon Tsukernik" userId="4b85f9774ff30eac" providerId="LiveId" clId="{234F80CC-A0E5-4DF7-A8FF-5AC8A23F0D83}" dt="2025-12-05T17:37:11.347" v="812" actId="26606"/>
          <ac:spMkLst>
            <pc:docMk/>
            <pc:sldMk cId="3112787302" sldId="257"/>
            <ac:spMk id="25" creationId="{08C9B587-E65E-4B52-B37C-ABEBB6E87928}"/>
          </ac:spMkLst>
        </pc:spChg>
      </pc:sldChg>
      <pc:sldChg chg="addSp delSp modSp add del mod">
        <pc:chgData name="Sharon Tsukernik" userId="4b85f9774ff30eac" providerId="LiveId" clId="{234F80CC-A0E5-4DF7-A8FF-5AC8A23F0D83}" dt="2025-12-05T18:16:22.761" v="3037" actId="47"/>
        <pc:sldMkLst>
          <pc:docMk/>
          <pc:sldMk cId="3522135922" sldId="259"/>
        </pc:sldMkLst>
        <pc:spChg chg="add del mod">
          <ac:chgData name="Sharon Tsukernik" userId="4b85f9774ff30eac" providerId="LiveId" clId="{234F80CC-A0E5-4DF7-A8FF-5AC8A23F0D83}" dt="2025-12-05T17:09:44.462" v="665" actId="14100"/>
          <ac:spMkLst>
            <pc:docMk/>
            <pc:sldMk cId="3522135922" sldId="259"/>
            <ac:spMk id="2" creationId="{358CA691-C014-3CF2-4EEF-C32664009F9B}"/>
          </ac:spMkLst>
        </pc:spChg>
        <pc:spChg chg="add mod">
          <ac:chgData name="Sharon Tsukernik" userId="4b85f9774ff30eac" providerId="LiveId" clId="{234F80CC-A0E5-4DF7-A8FF-5AC8A23F0D83}" dt="2025-12-05T17:09:56.893" v="667"/>
          <ac:spMkLst>
            <pc:docMk/>
            <pc:sldMk cId="3522135922" sldId="259"/>
            <ac:spMk id="3" creationId="{214831D8-0870-6181-501A-A8F8B4DBFBF6}"/>
          </ac:spMkLst>
        </pc:spChg>
      </pc:sldChg>
      <pc:sldChg chg="addSp delSp modSp add del mod">
        <pc:chgData name="Sharon Tsukernik" userId="4b85f9774ff30eac" providerId="LiveId" clId="{234F80CC-A0E5-4DF7-A8FF-5AC8A23F0D83}" dt="2025-12-05T18:16:24.695" v="3038" actId="47"/>
        <pc:sldMkLst>
          <pc:docMk/>
          <pc:sldMk cId="2218502976" sldId="260"/>
        </pc:sldMkLst>
        <pc:spChg chg="mod">
          <ac:chgData name="Sharon Tsukernik" userId="4b85f9774ff30eac" providerId="LiveId" clId="{234F80CC-A0E5-4DF7-A8FF-5AC8A23F0D83}" dt="2025-12-05T17:10:06.511" v="670" actId="404"/>
          <ac:spMkLst>
            <pc:docMk/>
            <pc:sldMk cId="2218502976" sldId="260"/>
            <ac:spMk id="2" creationId="{031EADDC-E73F-A27F-9039-DCB5ABD0100F}"/>
          </ac:spMkLst>
        </pc:spChg>
        <pc:spChg chg="add mod">
          <ac:chgData name="Sharon Tsukernik" userId="4b85f9774ff30eac" providerId="LiveId" clId="{234F80CC-A0E5-4DF7-A8FF-5AC8A23F0D83}" dt="2025-12-05T17:10:32.495" v="672"/>
          <ac:spMkLst>
            <pc:docMk/>
            <pc:sldMk cId="2218502976" sldId="260"/>
            <ac:spMk id="3" creationId="{284FD3B0-8837-FAF8-1751-31FC5448DD73}"/>
          </ac:spMkLst>
        </pc:spChg>
      </pc:sldChg>
      <pc:sldChg chg="addSp modSp add del mod">
        <pc:chgData name="Sharon Tsukernik" userId="4b85f9774ff30eac" providerId="LiveId" clId="{234F80CC-A0E5-4DF7-A8FF-5AC8A23F0D83}" dt="2025-12-05T18:26:38.112" v="3108" actId="47"/>
        <pc:sldMkLst>
          <pc:docMk/>
          <pc:sldMk cId="3498138520" sldId="261"/>
        </pc:sldMkLst>
        <pc:spChg chg="mod">
          <ac:chgData name="Sharon Tsukernik" userId="4b85f9774ff30eac" providerId="LiveId" clId="{234F80CC-A0E5-4DF7-A8FF-5AC8A23F0D83}" dt="2025-12-05T17:13:25.472" v="676" actId="404"/>
          <ac:spMkLst>
            <pc:docMk/>
            <pc:sldMk cId="3498138520" sldId="261"/>
            <ac:spMk id="2" creationId="{43F43FBA-2404-92D8-C9B6-2F52F1CE5923}"/>
          </ac:spMkLst>
        </pc:spChg>
        <pc:spChg chg="add mod">
          <ac:chgData name="Sharon Tsukernik" userId="4b85f9774ff30eac" providerId="LiveId" clId="{234F80CC-A0E5-4DF7-A8FF-5AC8A23F0D83}" dt="2025-12-05T17:13:32.598" v="679" actId="404"/>
          <ac:spMkLst>
            <pc:docMk/>
            <pc:sldMk cId="3498138520" sldId="261"/>
            <ac:spMk id="3" creationId="{377845D6-195D-6AF1-31F2-EFF4CE847B07}"/>
          </ac:spMkLst>
        </pc:spChg>
      </pc:sldChg>
      <pc:sldChg chg="addSp delSp modSp add mod ord">
        <pc:chgData name="Sharon Tsukernik" userId="4b85f9774ff30eac" providerId="LiveId" clId="{234F80CC-A0E5-4DF7-A8FF-5AC8A23F0D83}" dt="2025-12-05T22:35:43.136" v="10203" actId="14100"/>
        <pc:sldMkLst>
          <pc:docMk/>
          <pc:sldMk cId="2979961110" sldId="262"/>
        </pc:sldMkLst>
        <pc:spChg chg="del mod">
          <ac:chgData name="Sharon Tsukernik" userId="4b85f9774ff30eac" providerId="LiveId" clId="{234F80CC-A0E5-4DF7-A8FF-5AC8A23F0D83}" dt="2025-12-05T05:46:45.070" v="594" actId="478"/>
          <ac:spMkLst>
            <pc:docMk/>
            <pc:sldMk cId="2979961110" sldId="262"/>
            <ac:spMk id="2" creationId="{7345C610-21ED-A567-18B5-C7BD85A3AD42}"/>
          </ac:spMkLst>
        </pc:spChg>
        <pc:spChg chg="add mod">
          <ac:chgData name="Sharon Tsukernik" userId="4b85f9774ff30eac" providerId="LiveId" clId="{234F80CC-A0E5-4DF7-A8FF-5AC8A23F0D83}" dt="2025-12-05T22:35:43.136" v="10203" actId="14100"/>
          <ac:spMkLst>
            <pc:docMk/>
            <pc:sldMk cId="2979961110" sldId="262"/>
            <ac:spMk id="2" creationId="{AD45EC70-334D-0C13-2B66-C665650AC7CC}"/>
          </ac:spMkLst>
        </pc:spChg>
        <pc:spChg chg="add mod">
          <ac:chgData name="Sharon Tsukernik" userId="4b85f9774ff30eac" providerId="LiveId" clId="{234F80CC-A0E5-4DF7-A8FF-5AC8A23F0D83}" dt="2025-12-05T22:30:37.236" v="10097" actId="255"/>
          <ac:spMkLst>
            <pc:docMk/>
            <pc:sldMk cId="2979961110" sldId="262"/>
            <ac:spMk id="3" creationId="{F393F01B-1FFE-E09C-7A4A-C80A9BE0B8B4}"/>
          </ac:spMkLst>
        </pc:spChg>
        <pc:spChg chg="add del mod">
          <ac:chgData name="Sharon Tsukernik" userId="4b85f9774ff30eac" providerId="LiveId" clId="{234F80CC-A0E5-4DF7-A8FF-5AC8A23F0D83}" dt="2025-12-05T05:46:48.360" v="596" actId="478"/>
          <ac:spMkLst>
            <pc:docMk/>
            <pc:sldMk cId="2979961110" sldId="262"/>
            <ac:spMk id="4" creationId="{77AED557-EDED-622D-93B6-D25D67DC936B}"/>
          </ac:spMkLst>
        </pc:spChg>
        <pc:spChg chg="add">
          <ac:chgData name="Sharon Tsukernik" userId="4b85f9774ff30eac" providerId="LiveId" clId="{234F80CC-A0E5-4DF7-A8FF-5AC8A23F0D83}" dt="2025-12-05T05:46:45.689" v="595"/>
          <ac:spMkLst>
            <pc:docMk/>
            <pc:sldMk cId="2979961110" sldId="262"/>
            <ac:spMk id="5" creationId="{544CA9C9-C208-660E-02AE-9BF24BA68547}"/>
          </ac:spMkLst>
        </pc:spChg>
        <pc:spChg chg="add mod">
          <ac:chgData name="Sharon Tsukernik" userId="4b85f9774ff30eac" providerId="LiveId" clId="{234F80CC-A0E5-4DF7-A8FF-5AC8A23F0D83}" dt="2025-12-05T05:46:51.763" v="599" actId="14100"/>
          <ac:spMkLst>
            <pc:docMk/>
            <pc:sldMk cId="2979961110" sldId="262"/>
            <ac:spMk id="6" creationId="{A66783D2-0A9B-D1C9-B0CF-8DEE736A9E9D}"/>
          </ac:spMkLst>
        </pc:spChg>
        <pc:spChg chg="add mod">
          <ac:chgData name="Sharon Tsukernik" userId="4b85f9774ff30eac" providerId="LiveId" clId="{234F80CC-A0E5-4DF7-A8FF-5AC8A23F0D83}" dt="2025-12-05T05:47:03.175" v="603" actId="14100"/>
          <ac:spMkLst>
            <pc:docMk/>
            <pc:sldMk cId="2979961110" sldId="262"/>
            <ac:spMk id="7" creationId="{889CC543-A356-17CD-D88F-19A612AC60EE}"/>
          </ac:spMkLst>
        </pc:spChg>
        <pc:spChg chg="add del">
          <ac:chgData name="Sharon Tsukernik" userId="4b85f9774ff30eac" providerId="LiveId" clId="{234F80CC-A0E5-4DF7-A8FF-5AC8A23F0D83}" dt="2025-12-05T19:48:42.728" v="4119" actId="26606"/>
          <ac:spMkLst>
            <pc:docMk/>
            <pc:sldMk cId="2979961110" sldId="262"/>
            <ac:spMk id="8" creationId="{B31F9B9C-80E5-0C6A-CE82-C4788B0F5409}"/>
          </ac:spMkLst>
        </pc:spChg>
        <pc:spChg chg="add mod">
          <ac:chgData name="Sharon Tsukernik" userId="4b85f9774ff30eac" providerId="LiveId" clId="{234F80CC-A0E5-4DF7-A8FF-5AC8A23F0D83}" dt="2025-12-05T05:47:03.175" v="603" actId="14100"/>
          <ac:spMkLst>
            <pc:docMk/>
            <pc:sldMk cId="2979961110" sldId="262"/>
            <ac:spMk id="9" creationId="{FE773ABF-7B40-B2B7-9DB6-8EC3BEA64A06}"/>
          </ac:spMkLst>
        </pc:spChg>
        <pc:spChg chg="add del">
          <ac:chgData name="Sharon Tsukernik" userId="4b85f9774ff30eac" providerId="LiveId" clId="{234F80CC-A0E5-4DF7-A8FF-5AC8A23F0D83}" dt="2025-12-05T19:48:42.728" v="4119" actId="26606"/>
          <ac:spMkLst>
            <pc:docMk/>
            <pc:sldMk cId="2979961110" sldId="262"/>
            <ac:spMk id="10" creationId="{58A26307-AA77-86EE-D953-B15638FFEFCE}"/>
          </ac:spMkLst>
        </pc:spChg>
        <pc:spChg chg="add del">
          <ac:chgData name="Sharon Tsukernik" userId="4b85f9774ff30eac" providerId="LiveId" clId="{234F80CC-A0E5-4DF7-A8FF-5AC8A23F0D83}" dt="2025-12-05T19:48:42.728" v="4119" actId="26606"/>
          <ac:spMkLst>
            <pc:docMk/>
            <pc:sldMk cId="2979961110" sldId="262"/>
            <ac:spMk id="12" creationId="{F95E8C1F-74AA-FDBC-8216-C92DB4D4539B}"/>
          </ac:spMkLst>
        </pc:spChg>
        <pc:spChg chg="add del">
          <ac:chgData name="Sharon Tsukernik" userId="4b85f9774ff30eac" providerId="LiveId" clId="{234F80CC-A0E5-4DF7-A8FF-5AC8A23F0D83}" dt="2025-12-05T19:48:30.862" v="4106" actId="26606"/>
          <ac:spMkLst>
            <pc:docMk/>
            <pc:sldMk cId="2979961110" sldId="262"/>
            <ac:spMk id="15" creationId="{42A4FC2C-047E-45A5-965D-8E1E3BF09BC6}"/>
          </ac:spMkLst>
        </pc:spChg>
        <pc:spChg chg="add del">
          <ac:chgData name="Sharon Tsukernik" userId="4b85f9774ff30eac" providerId="LiveId" clId="{234F80CC-A0E5-4DF7-A8FF-5AC8A23F0D83}" dt="2025-12-05T19:48:35.095" v="4110" actId="26606"/>
          <ac:spMkLst>
            <pc:docMk/>
            <pc:sldMk cId="2979961110" sldId="262"/>
            <ac:spMk id="16" creationId="{2215C6C6-E45C-4179-9FC1-E8A4C1D47430}"/>
          </ac:spMkLst>
        </pc:spChg>
        <pc:spChg chg="add del">
          <ac:chgData name="Sharon Tsukernik" userId="4b85f9774ff30eac" providerId="LiveId" clId="{234F80CC-A0E5-4DF7-A8FF-5AC8A23F0D83}" dt="2025-12-05T19:48:21.058" v="4098" actId="26606"/>
          <ac:spMkLst>
            <pc:docMk/>
            <pc:sldMk cId="2979961110" sldId="262"/>
            <ac:spMk id="18" creationId="{42A4FC2C-047E-45A5-965D-8E1E3BF09BC6}"/>
          </ac:spMkLst>
        </pc:spChg>
        <pc:spChg chg="add del">
          <ac:chgData name="Sharon Tsukernik" userId="4b85f9774ff30eac" providerId="LiveId" clId="{234F80CC-A0E5-4DF7-A8FF-5AC8A23F0D83}" dt="2025-12-05T19:57:51.085" v="4190" actId="26606"/>
          <ac:spMkLst>
            <pc:docMk/>
            <pc:sldMk cId="2979961110" sldId="262"/>
            <ac:spMk id="19" creationId="{665DBBEF-238B-476B-96AB-8AAC3224ECEA}"/>
          </ac:spMkLst>
        </pc:spChg>
        <pc:spChg chg="add del">
          <ac:chgData name="Sharon Tsukernik" userId="4b85f9774ff30eac" providerId="LiveId" clId="{234F80CC-A0E5-4DF7-A8FF-5AC8A23F0D83}" dt="2025-12-05T19:48:21.888" v="4100" actId="26606"/>
          <ac:spMkLst>
            <pc:docMk/>
            <pc:sldMk cId="2979961110" sldId="262"/>
            <ac:spMk id="20" creationId="{E2384209-CB15-4CDF-9D31-C44FD9A3F20D}"/>
          </ac:spMkLst>
        </pc:spChg>
        <pc:spChg chg="add del">
          <ac:chgData name="Sharon Tsukernik" userId="4b85f9774ff30eac" providerId="LiveId" clId="{234F80CC-A0E5-4DF7-A8FF-5AC8A23F0D83}" dt="2025-12-05T19:48:21.888" v="4100" actId="26606"/>
          <ac:spMkLst>
            <pc:docMk/>
            <pc:sldMk cId="2979961110" sldId="262"/>
            <ac:spMk id="21" creationId="{AB8C311F-7253-4AED-9701-7FC0708C41C7}"/>
          </ac:spMkLst>
        </pc:spChg>
        <pc:spChg chg="add del">
          <ac:chgData name="Sharon Tsukernik" userId="4b85f9774ff30eac" providerId="LiveId" clId="{234F80CC-A0E5-4DF7-A8FF-5AC8A23F0D83}" dt="2025-12-05T19:48:21.888" v="4100" actId="26606"/>
          <ac:spMkLst>
            <pc:docMk/>
            <pc:sldMk cId="2979961110" sldId="262"/>
            <ac:spMk id="22" creationId="{2633B3B5-CC90-43F0-8714-D31D1F3F0209}"/>
          </ac:spMkLst>
        </pc:spChg>
        <pc:spChg chg="add del">
          <ac:chgData name="Sharon Tsukernik" userId="4b85f9774ff30eac" providerId="LiveId" clId="{234F80CC-A0E5-4DF7-A8FF-5AC8A23F0D83}" dt="2025-12-05T19:57:51.085" v="4190" actId="26606"/>
          <ac:spMkLst>
            <pc:docMk/>
            <pc:sldMk cId="2979961110" sldId="262"/>
            <ac:spMk id="23" creationId="{3FCFB1DE-0B7E-48CC-BA90-B2AB0889F9D6}"/>
          </ac:spMkLst>
        </pc:spChg>
        <pc:spChg chg="add del">
          <ac:chgData name="Sharon Tsukernik" userId="4b85f9774ff30eac" providerId="LiveId" clId="{234F80CC-A0E5-4DF7-A8FF-5AC8A23F0D83}" dt="2025-12-05T19:48:21.888" v="4100" actId="26606"/>
          <ac:spMkLst>
            <pc:docMk/>
            <pc:sldMk cId="2979961110" sldId="262"/>
            <ac:spMk id="24" creationId="{A8D57A06-A426-446D-B02C-A2DC6B62E45E}"/>
          </ac:spMkLst>
        </pc:spChg>
        <pc:spChg chg="add del">
          <ac:chgData name="Sharon Tsukernik" userId="4b85f9774ff30eac" providerId="LiveId" clId="{234F80CC-A0E5-4DF7-A8FF-5AC8A23F0D83}" dt="2025-12-05T19:48:35.095" v="4110" actId="26606"/>
          <ac:spMkLst>
            <pc:docMk/>
            <pc:sldMk cId="2979961110" sldId="262"/>
            <ac:spMk id="25" creationId="{3776B14B-F2F4-4825-8DA8-8C7A0F2B3960}"/>
          </ac:spMkLst>
        </pc:spChg>
        <pc:spChg chg="add del">
          <ac:chgData name="Sharon Tsukernik" userId="4b85f9774ff30eac" providerId="LiveId" clId="{234F80CC-A0E5-4DF7-A8FF-5AC8A23F0D83}" dt="2025-12-05T19:48:24.436" v="4102" actId="26606"/>
          <ac:spMkLst>
            <pc:docMk/>
            <pc:sldMk cId="2979961110" sldId="262"/>
            <ac:spMk id="26" creationId="{7742A528-B5BC-48B8-92DE-9C2B44451A96}"/>
          </ac:spMkLst>
        </pc:spChg>
        <pc:spChg chg="add del">
          <ac:chgData name="Sharon Tsukernik" userId="4b85f9774ff30eac" providerId="LiveId" clId="{234F80CC-A0E5-4DF7-A8FF-5AC8A23F0D83}" dt="2025-12-05T19:48:35.671" v="4112" actId="26606"/>
          <ac:spMkLst>
            <pc:docMk/>
            <pc:sldMk cId="2979961110" sldId="262"/>
            <ac:spMk id="27" creationId="{F3060C83-F051-4F0E-ABAD-AA0DFC48B218}"/>
          </ac:spMkLst>
        </pc:spChg>
        <pc:spChg chg="add del">
          <ac:chgData name="Sharon Tsukernik" userId="4b85f9774ff30eac" providerId="LiveId" clId="{234F80CC-A0E5-4DF7-A8FF-5AC8A23F0D83}" dt="2025-12-05T19:48:35.671" v="4112" actId="26606"/>
          <ac:spMkLst>
            <pc:docMk/>
            <pc:sldMk cId="2979961110" sldId="262"/>
            <ac:spMk id="28" creationId="{FF9F2414-84E8-453E-B1F3-389FDE8192D9}"/>
          </ac:spMkLst>
        </pc:spChg>
        <pc:spChg chg="add del">
          <ac:chgData name="Sharon Tsukernik" userId="4b85f9774ff30eac" providerId="LiveId" clId="{234F80CC-A0E5-4DF7-A8FF-5AC8A23F0D83}" dt="2025-12-05T19:48:35.671" v="4112" actId="26606"/>
          <ac:spMkLst>
            <pc:docMk/>
            <pc:sldMk cId="2979961110" sldId="262"/>
            <ac:spMk id="29" creationId="{83C98ABE-055B-441F-B07E-44F97F083C39}"/>
          </ac:spMkLst>
        </pc:spChg>
        <pc:spChg chg="add del">
          <ac:chgData name="Sharon Tsukernik" userId="4b85f9774ff30eac" providerId="LiveId" clId="{234F80CC-A0E5-4DF7-A8FF-5AC8A23F0D83}" dt="2025-12-05T19:48:35.671" v="4112" actId="26606"/>
          <ac:spMkLst>
            <pc:docMk/>
            <pc:sldMk cId="2979961110" sldId="262"/>
            <ac:spMk id="30" creationId="{3ECA69A1-7536-43AC-85EF-C7106179F5ED}"/>
          </ac:spMkLst>
        </pc:spChg>
        <pc:spChg chg="add del">
          <ac:chgData name="Sharon Tsukernik" userId="4b85f9774ff30eac" providerId="LiveId" clId="{234F80CC-A0E5-4DF7-A8FF-5AC8A23F0D83}" dt="2025-12-05T19:48:35.671" v="4112" actId="26606"/>
          <ac:spMkLst>
            <pc:docMk/>
            <pc:sldMk cId="2979961110" sldId="262"/>
            <ac:spMk id="31" creationId="{29FDB030-9B49-4CED-8CCD-4D99382388AC}"/>
          </ac:spMkLst>
        </pc:spChg>
        <pc:spChg chg="add del">
          <ac:chgData name="Sharon Tsukernik" userId="4b85f9774ff30eac" providerId="LiveId" clId="{234F80CC-A0E5-4DF7-A8FF-5AC8A23F0D83}" dt="2025-12-05T19:48:35.671" v="4112" actId="26606"/>
          <ac:spMkLst>
            <pc:docMk/>
            <pc:sldMk cId="2979961110" sldId="262"/>
            <ac:spMk id="32" creationId="{3783CA14-24A1-485C-8B30-D6A5D87987AD}"/>
          </ac:spMkLst>
        </pc:spChg>
        <pc:spChg chg="add del">
          <ac:chgData name="Sharon Tsukernik" userId="4b85f9774ff30eac" providerId="LiveId" clId="{234F80CC-A0E5-4DF7-A8FF-5AC8A23F0D83}" dt="2025-12-05T19:48:35.671" v="4112" actId="26606"/>
          <ac:spMkLst>
            <pc:docMk/>
            <pc:sldMk cId="2979961110" sldId="262"/>
            <ac:spMk id="33" creationId="{9A97C86A-04D6-40F7-AE84-31AB43E6A846}"/>
          </ac:spMkLst>
        </pc:spChg>
        <pc:spChg chg="add">
          <ac:chgData name="Sharon Tsukernik" userId="4b85f9774ff30eac" providerId="LiveId" clId="{234F80CC-A0E5-4DF7-A8FF-5AC8A23F0D83}" dt="2025-12-05T19:57:51.110" v="4191" actId="26606"/>
          <ac:spMkLst>
            <pc:docMk/>
            <pc:sldMk cId="2979961110" sldId="262"/>
            <ac:spMk id="34" creationId="{68AF5748-FED8-45BA-8631-26D1D10F3246}"/>
          </ac:spMkLst>
        </pc:spChg>
        <pc:spChg chg="add del">
          <ac:chgData name="Sharon Tsukernik" userId="4b85f9774ff30eac" providerId="LiveId" clId="{234F80CC-A0E5-4DF7-A8FF-5AC8A23F0D83}" dt="2025-12-05T19:48:36.688" v="4114" actId="26606"/>
          <ac:spMkLst>
            <pc:docMk/>
            <pc:sldMk cId="2979961110" sldId="262"/>
            <ac:spMk id="35" creationId="{E722B2DD-E14D-4972-9D98-5D6E61B1B2D2}"/>
          </ac:spMkLst>
        </pc:spChg>
        <pc:spChg chg="add del">
          <ac:chgData name="Sharon Tsukernik" userId="4b85f9774ff30eac" providerId="LiveId" clId="{234F80CC-A0E5-4DF7-A8FF-5AC8A23F0D83}" dt="2025-12-05T19:48:36.688" v="4114" actId="26606"/>
          <ac:spMkLst>
            <pc:docMk/>
            <pc:sldMk cId="2979961110" sldId="262"/>
            <ac:spMk id="36" creationId="{0CFB124C-4B0C-4A81-8633-17257B151642}"/>
          </ac:spMkLst>
        </pc:spChg>
        <pc:spChg chg="add">
          <ac:chgData name="Sharon Tsukernik" userId="4b85f9774ff30eac" providerId="LiveId" clId="{234F80CC-A0E5-4DF7-A8FF-5AC8A23F0D83}" dt="2025-12-05T19:57:51.110" v="4191" actId="26606"/>
          <ac:spMkLst>
            <pc:docMk/>
            <pc:sldMk cId="2979961110" sldId="262"/>
            <ac:spMk id="37" creationId="{AF2F604E-43BE-4DC3-B983-E071523364F8}"/>
          </ac:spMkLst>
        </pc:spChg>
        <pc:spChg chg="add del">
          <ac:chgData name="Sharon Tsukernik" userId="4b85f9774ff30eac" providerId="LiveId" clId="{234F80CC-A0E5-4DF7-A8FF-5AC8A23F0D83}" dt="2025-12-05T19:48:37.209" v="4116" actId="26606"/>
          <ac:spMkLst>
            <pc:docMk/>
            <pc:sldMk cId="2979961110" sldId="262"/>
            <ac:spMk id="38" creationId="{F3060C83-F051-4F0E-ABAD-AA0DFC48B218}"/>
          </ac:spMkLst>
        </pc:spChg>
        <pc:spChg chg="add del">
          <ac:chgData name="Sharon Tsukernik" userId="4b85f9774ff30eac" providerId="LiveId" clId="{234F80CC-A0E5-4DF7-A8FF-5AC8A23F0D83}" dt="2025-12-05T19:48:37.209" v="4116" actId="26606"/>
          <ac:spMkLst>
            <pc:docMk/>
            <pc:sldMk cId="2979961110" sldId="262"/>
            <ac:spMk id="39" creationId="{83C98ABE-055B-441F-B07E-44F97F083C39}"/>
          </ac:spMkLst>
        </pc:spChg>
        <pc:spChg chg="add del">
          <ac:chgData name="Sharon Tsukernik" userId="4b85f9774ff30eac" providerId="LiveId" clId="{234F80CC-A0E5-4DF7-A8FF-5AC8A23F0D83}" dt="2025-12-05T19:48:37.209" v="4116" actId="26606"/>
          <ac:spMkLst>
            <pc:docMk/>
            <pc:sldMk cId="2979961110" sldId="262"/>
            <ac:spMk id="40" creationId="{29FDB030-9B49-4CED-8CCD-4D99382388AC}"/>
          </ac:spMkLst>
        </pc:spChg>
        <pc:spChg chg="add del">
          <ac:chgData name="Sharon Tsukernik" userId="4b85f9774ff30eac" providerId="LiveId" clId="{234F80CC-A0E5-4DF7-A8FF-5AC8A23F0D83}" dt="2025-12-05T19:48:37.209" v="4116" actId="26606"/>
          <ac:spMkLst>
            <pc:docMk/>
            <pc:sldMk cId="2979961110" sldId="262"/>
            <ac:spMk id="41" creationId="{3783CA14-24A1-485C-8B30-D6A5D87987AD}"/>
          </ac:spMkLst>
        </pc:spChg>
        <pc:spChg chg="add del">
          <ac:chgData name="Sharon Tsukernik" userId="4b85f9774ff30eac" providerId="LiveId" clId="{234F80CC-A0E5-4DF7-A8FF-5AC8A23F0D83}" dt="2025-12-05T19:48:37.209" v="4116" actId="26606"/>
          <ac:spMkLst>
            <pc:docMk/>
            <pc:sldMk cId="2979961110" sldId="262"/>
            <ac:spMk id="42" creationId="{9A97C86A-04D6-40F7-AE84-31AB43E6A846}"/>
          </ac:spMkLst>
        </pc:spChg>
        <pc:spChg chg="add del">
          <ac:chgData name="Sharon Tsukernik" userId="4b85f9774ff30eac" providerId="LiveId" clId="{234F80CC-A0E5-4DF7-A8FF-5AC8A23F0D83}" dt="2025-12-05T19:48:37.209" v="4116" actId="26606"/>
          <ac:spMkLst>
            <pc:docMk/>
            <pc:sldMk cId="2979961110" sldId="262"/>
            <ac:spMk id="43" creationId="{FF9F2414-84E8-453E-B1F3-389FDE8192D9}"/>
          </ac:spMkLst>
        </pc:spChg>
        <pc:spChg chg="add del">
          <ac:chgData name="Sharon Tsukernik" userId="4b85f9774ff30eac" providerId="LiveId" clId="{234F80CC-A0E5-4DF7-A8FF-5AC8A23F0D83}" dt="2025-12-05T19:48:37.209" v="4116" actId="26606"/>
          <ac:spMkLst>
            <pc:docMk/>
            <pc:sldMk cId="2979961110" sldId="262"/>
            <ac:spMk id="44" creationId="{3ECA69A1-7536-43AC-85EF-C7106179F5ED}"/>
          </ac:spMkLst>
        </pc:spChg>
        <pc:spChg chg="add">
          <ac:chgData name="Sharon Tsukernik" userId="4b85f9774ff30eac" providerId="LiveId" clId="{234F80CC-A0E5-4DF7-A8FF-5AC8A23F0D83}" dt="2025-12-05T19:57:51.110" v="4191" actId="26606"/>
          <ac:spMkLst>
            <pc:docMk/>
            <pc:sldMk cId="2979961110" sldId="262"/>
            <ac:spMk id="45" creationId="{08C9B587-E65E-4B52-B37C-ABEBB6E87928}"/>
          </ac:spMkLst>
        </pc:spChg>
        <pc:spChg chg="add del">
          <ac:chgData name="Sharon Tsukernik" userId="4b85f9774ff30eac" providerId="LiveId" clId="{234F80CC-A0E5-4DF7-A8FF-5AC8A23F0D83}" dt="2025-12-05T19:48:42.728" v="4118" actId="26606"/>
          <ac:spMkLst>
            <pc:docMk/>
            <pc:sldMk cId="2979961110" sldId="262"/>
            <ac:spMk id="46" creationId="{E722B2DD-E14D-4972-9D98-5D6E61B1B2D2}"/>
          </ac:spMkLst>
        </pc:spChg>
        <pc:spChg chg="add del">
          <ac:chgData name="Sharon Tsukernik" userId="4b85f9774ff30eac" providerId="LiveId" clId="{234F80CC-A0E5-4DF7-A8FF-5AC8A23F0D83}" dt="2025-12-05T19:48:42.728" v="4118" actId="26606"/>
          <ac:spMkLst>
            <pc:docMk/>
            <pc:sldMk cId="2979961110" sldId="262"/>
            <ac:spMk id="47" creationId="{0CFB124C-4B0C-4A81-8633-17257B151642}"/>
          </ac:spMkLst>
        </pc:spChg>
        <pc:grpChg chg="add del">
          <ac:chgData name="Sharon Tsukernik" userId="4b85f9774ff30eac" providerId="LiveId" clId="{234F80CC-A0E5-4DF7-A8FF-5AC8A23F0D83}" dt="2025-12-05T19:48:35.095" v="4110" actId="26606"/>
          <ac:grpSpMkLst>
            <pc:docMk/>
            <pc:sldMk cId="2979961110" sldId="262"/>
            <ac:grpSpMk id="17" creationId="{5FE9FE4C-C9E0-4C54-8010-EA9D29CD4D59}"/>
          </ac:grpSpMkLst>
        </pc:grpChg>
        <pc:picChg chg="add mod ord">
          <ac:chgData name="Sharon Tsukernik" userId="4b85f9774ff30eac" providerId="LiveId" clId="{234F80CC-A0E5-4DF7-A8FF-5AC8A23F0D83}" dt="2025-12-05T20:02:04.924" v="4232" actId="14100"/>
          <ac:picMkLst>
            <pc:docMk/>
            <pc:sldMk cId="2979961110" sldId="262"/>
            <ac:picMk id="13" creationId="{BC4580BC-ABF2-87C8-EB1A-D6C084DA7140}"/>
          </ac:picMkLst>
        </pc:picChg>
      </pc:sldChg>
      <pc:sldChg chg="addSp delSp modSp add del mod">
        <pc:chgData name="Sharon Tsukernik" userId="4b85f9774ff30eac" providerId="LiveId" clId="{234F80CC-A0E5-4DF7-A8FF-5AC8A23F0D83}" dt="2025-12-05T17:24:47.934" v="781" actId="47"/>
        <pc:sldMkLst>
          <pc:docMk/>
          <pc:sldMk cId="954637689" sldId="263"/>
        </pc:sldMkLst>
        <pc:spChg chg="mod">
          <ac:chgData name="Sharon Tsukernik" userId="4b85f9774ff30eac" providerId="LiveId" clId="{234F80CC-A0E5-4DF7-A8FF-5AC8A23F0D83}" dt="2025-12-05T17:14:41.359" v="685" actId="14100"/>
          <ac:spMkLst>
            <pc:docMk/>
            <pc:sldMk cId="954637689" sldId="263"/>
            <ac:spMk id="2" creationId="{EA6FED4B-DD73-2861-5141-069EF6DD2EB3}"/>
          </ac:spMkLst>
        </pc:spChg>
        <pc:spChg chg="add mod">
          <ac:chgData name="Sharon Tsukernik" userId="4b85f9774ff30eac" providerId="LiveId" clId="{234F80CC-A0E5-4DF7-A8FF-5AC8A23F0D83}" dt="2025-12-05T17:20:22.809" v="765" actId="1076"/>
          <ac:spMkLst>
            <pc:docMk/>
            <pc:sldMk cId="954637689" sldId="263"/>
            <ac:spMk id="3" creationId="{E5A253EA-9862-BC01-8E4F-9D4E73597B4A}"/>
          </ac:spMkLst>
        </pc:spChg>
        <pc:spChg chg="add mod">
          <ac:chgData name="Sharon Tsukernik" userId="4b85f9774ff30eac" providerId="LiveId" clId="{234F80CC-A0E5-4DF7-A8FF-5AC8A23F0D83}" dt="2025-12-05T17:15:39.955" v="703" actId="1076"/>
          <ac:spMkLst>
            <pc:docMk/>
            <pc:sldMk cId="954637689" sldId="263"/>
            <ac:spMk id="9" creationId="{D0B40B83-94A1-9884-9C5A-E8131E4C4B94}"/>
          </ac:spMkLst>
        </pc:spChg>
        <pc:spChg chg="add mod">
          <ac:chgData name="Sharon Tsukernik" userId="4b85f9774ff30eac" providerId="LiveId" clId="{234F80CC-A0E5-4DF7-A8FF-5AC8A23F0D83}" dt="2025-12-05T17:16:46.015" v="718" actId="1076"/>
          <ac:spMkLst>
            <pc:docMk/>
            <pc:sldMk cId="954637689" sldId="263"/>
            <ac:spMk id="13" creationId="{2879008A-CBD1-6D5A-DDDC-6E76BDE7BE1B}"/>
          </ac:spMkLst>
        </pc:spChg>
        <pc:spChg chg="add del">
          <ac:chgData name="Sharon Tsukernik" userId="4b85f9774ff30eac" providerId="LiveId" clId="{234F80CC-A0E5-4DF7-A8FF-5AC8A23F0D83}" dt="2025-12-05T17:17:09.149" v="720" actId="478"/>
          <ac:spMkLst>
            <pc:docMk/>
            <pc:sldMk cId="954637689" sldId="263"/>
            <ac:spMk id="19" creationId="{187E36DD-06EF-60D3-4E02-D073A166B360}"/>
          </ac:spMkLst>
        </pc:spChg>
        <pc:spChg chg="add mod">
          <ac:chgData name="Sharon Tsukernik" userId="4b85f9774ff30eac" providerId="LiveId" clId="{234F80CC-A0E5-4DF7-A8FF-5AC8A23F0D83}" dt="2025-12-05T17:18:12.216" v="738"/>
          <ac:spMkLst>
            <pc:docMk/>
            <pc:sldMk cId="954637689" sldId="263"/>
            <ac:spMk id="28" creationId="{250B07ED-23A3-C43B-E95F-C7AA008960CD}"/>
          </ac:spMkLst>
        </pc:spChg>
        <pc:spChg chg="add mod">
          <ac:chgData name="Sharon Tsukernik" userId="4b85f9774ff30eac" providerId="LiveId" clId="{234F80CC-A0E5-4DF7-A8FF-5AC8A23F0D83}" dt="2025-12-05T17:18:18.161" v="739"/>
          <ac:spMkLst>
            <pc:docMk/>
            <pc:sldMk cId="954637689" sldId="263"/>
            <ac:spMk id="29" creationId="{A1119463-820D-0AB0-B0C0-26D1668F7C45}"/>
          </ac:spMkLst>
        </pc:spChg>
        <pc:spChg chg="add mod">
          <ac:chgData name="Sharon Tsukernik" userId="4b85f9774ff30eac" providerId="LiveId" clId="{234F80CC-A0E5-4DF7-A8FF-5AC8A23F0D83}" dt="2025-12-05T17:18:25.222" v="740"/>
          <ac:spMkLst>
            <pc:docMk/>
            <pc:sldMk cId="954637689" sldId="263"/>
            <ac:spMk id="30" creationId="{629F0FD5-EF68-8D40-3281-B38039BDB6C7}"/>
          </ac:spMkLst>
        </pc:spChg>
        <pc:spChg chg="add mod">
          <ac:chgData name="Sharon Tsukernik" userId="4b85f9774ff30eac" providerId="LiveId" clId="{234F80CC-A0E5-4DF7-A8FF-5AC8A23F0D83}" dt="2025-12-05T17:19:13.240" v="760"/>
          <ac:spMkLst>
            <pc:docMk/>
            <pc:sldMk cId="954637689" sldId="263"/>
            <ac:spMk id="38" creationId="{8D26A3D6-FF03-F5DD-3669-B589306D7DB5}"/>
          </ac:spMkLst>
        </pc:spChg>
        <pc:spChg chg="add mod">
          <ac:chgData name="Sharon Tsukernik" userId="4b85f9774ff30eac" providerId="LiveId" clId="{234F80CC-A0E5-4DF7-A8FF-5AC8A23F0D83}" dt="2025-12-05T17:19:21.996" v="761"/>
          <ac:spMkLst>
            <pc:docMk/>
            <pc:sldMk cId="954637689" sldId="263"/>
            <ac:spMk id="39" creationId="{393CF45B-0115-9C1B-B25F-1B590C4AF2EE}"/>
          </ac:spMkLst>
        </pc:spChg>
        <pc:spChg chg="add mod">
          <ac:chgData name="Sharon Tsukernik" userId="4b85f9774ff30eac" providerId="LiveId" clId="{234F80CC-A0E5-4DF7-A8FF-5AC8A23F0D83}" dt="2025-12-05T17:19:28.485" v="762"/>
          <ac:spMkLst>
            <pc:docMk/>
            <pc:sldMk cId="954637689" sldId="263"/>
            <ac:spMk id="40" creationId="{67156B6A-1F51-1169-76CB-01F44C2B4D0C}"/>
          </ac:spMkLst>
        </pc:spChg>
        <pc:cxnChg chg="add del">
          <ac:chgData name="Sharon Tsukernik" userId="4b85f9774ff30eac" providerId="LiveId" clId="{234F80CC-A0E5-4DF7-A8FF-5AC8A23F0D83}" dt="2025-12-05T17:15:04.159" v="693" actId="11529"/>
          <ac:cxnSpMkLst>
            <pc:docMk/>
            <pc:sldMk cId="954637689" sldId="263"/>
            <ac:cxnSpMk id="5" creationId="{EF2CE51E-273B-1405-4F6F-E054577AD007}"/>
          </ac:cxnSpMkLst>
        </pc:cxnChg>
        <pc:cxnChg chg="add mod">
          <ac:chgData name="Sharon Tsukernik" userId="4b85f9774ff30eac" providerId="LiveId" clId="{234F80CC-A0E5-4DF7-A8FF-5AC8A23F0D83}" dt="2025-12-05T17:15:37.155" v="702" actId="1076"/>
          <ac:cxnSpMkLst>
            <pc:docMk/>
            <pc:sldMk cId="954637689" sldId="263"/>
            <ac:cxnSpMk id="7" creationId="{25DD39F1-A1EB-B7E7-8CD9-5C0EACE93DFC}"/>
          </ac:cxnSpMkLst>
        </pc:cxnChg>
        <pc:cxnChg chg="add mod">
          <ac:chgData name="Sharon Tsukernik" userId="4b85f9774ff30eac" providerId="LiveId" clId="{234F80CC-A0E5-4DF7-A8FF-5AC8A23F0D83}" dt="2025-12-05T17:15:43.845" v="704" actId="1076"/>
          <ac:cxnSpMkLst>
            <pc:docMk/>
            <pc:sldMk cId="954637689" sldId="263"/>
            <ac:cxnSpMk id="11" creationId="{B1ACA735-7293-2A03-9D7E-F6EDCFDA34A0}"/>
          </ac:cxnSpMkLst>
        </pc:cxnChg>
        <pc:cxnChg chg="add del">
          <ac:chgData name="Sharon Tsukernik" userId="4b85f9774ff30eac" providerId="LiveId" clId="{234F80CC-A0E5-4DF7-A8FF-5AC8A23F0D83}" dt="2025-12-05T17:16:16.695" v="710" actId="11529"/>
          <ac:cxnSpMkLst>
            <pc:docMk/>
            <pc:sldMk cId="954637689" sldId="263"/>
            <ac:cxnSpMk id="15" creationId="{8BEA5FF5-513A-80B2-E523-9613E7BEA9F2}"/>
          </ac:cxnSpMkLst>
        </pc:cxnChg>
        <pc:cxnChg chg="add del mod">
          <ac:chgData name="Sharon Tsukernik" userId="4b85f9774ff30eac" providerId="LiveId" clId="{234F80CC-A0E5-4DF7-A8FF-5AC8A23F0D83}" dt="2025-12-05T17:16:42.320" v="714" actId="11529"/>
          <ac:cxnSpMkLst>
            <pc:docMk/>
            <pc:sldMk cId="954637689" sldId="263"/>
            <ac:cxnSpMk id="17" creationId="{F109C741-183D-E3BB-4CAA-4DFE3CB6C345}"/>
          </ac:cxnSpMkLst>
        </pc:cxnChg>
        <pc:cxnChg chg="add mod">
          <ac:chgData name="Sharon Tsukernik" userId="4b85f9774ff30eac" providerId="LiveId" clId="{234F80CC-A0E5-4DF7-A8FF-5AC8A23F0D83}" dt="2025-12-05T17:17:32.283" v="725" actId="14100"/>
          <ac:cxnSpMkLst>
            <pc:docMk/>
            <pc:sldMk cId="954637689" sldId="263"/>
            <ac:cxnSpMk id="21" creationId="{BB2A988B-3CD0-E2BD-1B70-0275822280DD}"/>
          </ac:cxnSpMkLst>
        </pc:cxnChg>
        <pc:cxnChg chg="add">
          <ac:chgData name="Sharon Tsukernik" userId="4b85f9774ff30eac" providerId="LiveId" clId="{234F80CC-A0E5-4DF7-A8FF-5AC8A23F0D83}" dt="2025-12-05T17:17:40.897" v="726" actId="11529"/>
          <ac:cxnSpMkLst>
            <pc:docMk/>
            <pc:sldMk cId="954637689" sldId="263"/>
            <ac:cxnSpMk id="27" creationId="{17B1EAF0-8EDE-6177-02B5-BA57BEDD24A4}"/>
          </ac:cxnSpMkLst>
        </pc:cxnChg>
        <pc:cxnChg chg="add mod">
          <ac:chgData name="Sharon Tsukernik" userId="4b85f9774ff30eac" providerId="LiveId" clId="{234F80CC-A0E5-4DF7-A8FF-5AC8A23F0D83}" dt="2025-12-05T17:17:56.805" v="734" actId="1076"/>
          <ac:cxnSpMkLst>
            <pc:docMk/>
            <pc:sldMk cId="954637689" sldId="263"/>
            <ac:cxnSpMk id="31" creationId="{630FA695-BF89-F9E9-88F9-6F5FFD8E8583}"/>
          </ac:cxnSpMkLst>
        </pc:cxnChg>
        <pc:cxnChg chg="add mod">
          <ac:chgData name="Sharon Tsukernik" userId="4b85f9774ff30eac" providerId="LiveId" clId="{234F80CC-A0E5-4DF7-A8FF-5AC8A23F0D83}" dt="2025-12-05T17:18:00.092" v="736" actId="1076"/>
          <ac:cxnSpMkLst>
            <pc:docMk/>
            <pc:sldMk cId="954637689" sldId="263"/>
            <ac:cxnSpMk id="32" creationId="{92C8535A-F4FB-6386-1A83-F6E8CE7E7E21}"/>
          </ac:cxnSpMkLst>
        </pc:cxnChg>
        <pc:cxnChg chg="add mod">
          <ac:chgData name="Sharon Tsukernik" userId="4b85f9774ff30eac" providerId="LiveId" clId="{234F80CC-A0E5-4DF7-A8FF-5AC8A23F0D83}" dt="2025-12-05T17:18:32.376" v="742" actId="1076"/>
          <ac:cxnSpMkLst>
            <pc:docMk/>
            <pc:sldMk cId="954637689" sldId="263"/>
            <ac:cxnSpMk id="33" creationId="{14A773E8-2B4C-DE0C-3F94-BCDCB055BF2E}"/>
          </ac:cxnSpMkLst>
        </pc:cxnChg>
        <pc:cxnChg chg="add mod">
          <ac:chgData name="Sharon Tsukernik" userId="4b85f9774ff30eac" providerId="LiveId" clId="{234F80CC-A0E5-4DF7-A8FF-5AC8A23F0D83}" dt="2025-12-05T17:18:37.456" v="744" actId="1076"/>
          <ac:cxnSpMkLst>
            <pc:docMk/>
            <pc:sldMk cId="954637689" sldId="263"/>
            <ac:cxnSpMk id="34" creationId="{2FE10FD6-94D8-1A5C-4948-13FA6B4D7E5E}"/>
          </ac:cxnSpMkLst>
        </pc:cxnChg>
        <pc:cxnChg chg="add mod">
          <ac:chgData name="Sharon Tsukernik" userId="4b85f9774ff30eac" providerId="LiveId" clId="{234F80CC-A0E5-4DF7-A8FF-5AC8A23F0D83}" dt="2025-12-05T17:18:42.512" v="747" actId="14100"/>
          <ac:cxnSpMkLst>
            <pc:docMk/>
            <pc:sldMk cId="954637689" sldId="263"/>
            <ac:cxnSpMk id="35" creationId="{945D2D94-695A-A927-352B-8AC229450632}"/>
          </ac:cxnSpMkLst>
        </pc:cxnChg>
        <pc:cxnChg chg="add del mod">
          <ac:chgData name="Sharon Tsukernik" userId="4b85f9774ff30eac" providerId="LiveId" clId="{234F80CC-A0E5-4DF7-A8FF-5AC8A23F0D83}" dt="2025-12-05T17:18:46.108" v="749" actId="478"/>
          <ac:cxnSpMkLst>
            <pc:docMk/>
            <pc:sldMk cId="954637689" sldId="263"/>
            <ac:cxnSpMk id="37" creationId="{13394A43-DEEE-620F-7AF9-B303E93B8296}"/>
          </ac:cxnSpMkLst>
        </pc:cxnChg>
        <pc:cxnChg chg="add mod">
          <ac:chgData name="Sharon Tsukernik" userId="4b85f9774ff30eac" providerId="LiveId" clId="{234F80CC-A0E5-4DF7-A8FF-5AC8A23F0D83}" dt="2025-12-05T17:19:03.161" v="757" actId="1076"/>
          <ac:cxnSpMkLst>
            <pc:docMk/>
            <pc:sldMk cId="954637689" sldId="263"/>
            <ac:cxnSpMk id="41" creationId="{85D4CDEA-BB43-5581-28BE-4261C2A6DCB6}"/>
          </ac:cxnSpMkLst>
        </pc:cxnChg>
        <pc:cxnChg chg="add mod">
          <ac:chgData name="Sharon Tsukernik" userId="4b85f9774ff30eac" providerId="LiveId" clId="{234F80CC-A0E5-4DF7-A8FF-5AC8A23F0D83}" dt="2025-12-05T17:19:05.990" v="759" actId="1076"/>
          <ac:cxnSpMkLst>
            <pc:docMk/>
            <pc:sldMk cId="954637689" sldId="263"/>
            <ac:cxnSpMk id="42" creationId="{D3885C8E-61CB-A103-C7EF-2BB2C533D163}"/>
          </ac:cxnSpMkLst>
        </pc:cxnChg>
      </pc:sldChg>
      <pc:sldChg chg="addSp delSp modSp add mod ord">
        <pc:chgData name="Sharon Tsukernik" userId="4b85f9774ff30eac" providerId="LiveId" clId="{234F80CC-A0E5-4DF7-A8FF-5AC8A23F0D83}" dt="2025-12-05T22:30:45.118" v="10099" actId="255"/>
        <pc:sldMkLst>
          <pc:docMk/>
          <pc:sldMk cId="4092700521" sldId="264"/>
        </pc:sldMkLst>
        <pc:spChg chg="del mod">
          <ac:chgData name="Sharon Tsukernik" userId="4b85f9774ff30eac" providerId="LiveId" clId="{234F80CC-A0E5-4DF7-A8FF-5AC8A23F0D83}" dt="2025-12-05T06:03:20.967" v="608" actId="478"/>
          <ac:spMkLst>
            <pc:docMk/>
            <pc:sldMk cId="4092700521" sldId="264"/>
            <ac:spMk id="2" creationId="{115F004C-C063-41AF-5189-B0E760838469}"/>
          </ac:spMkLst>
        </pc:spChg>
        <pc:spChg chg="add mod">
          <ac:chgData name="Sharon Tsukernik" userId="4b85f9774ff30eac" providerId="LiveId" clId="{234F80CC-A0E5-4DF7-A8FF-5AC8A23F0D83}" dt="2025-12-05T22:30:41.791" v="10098" actId="255"/>
          <ac:spMkLst>
            <pc:docMk/>
            <pc:sldMk cId="4092700521" sldId="264"/>
            <ac:spMk id="2" creationId="{2C42DC41-C076-1ADB-5673-DF8DE315CC83}"/>
          </ac:spMkLst>
        </pc:spChg>
        <pc:spChg chg="add mod">
          <ac:chgData name="Sharon Tsukernik" userId="4b85f9774ff30eac" providerId="LiveId" clId="{234F80CC-A0E5-4DF7-A8FF-5AC8A23F0D83}" dt="2025-12-05T22:30:45.118" v="10099" actId="255"/>
          <ac:spMkLst>
            <pc:docMk/>
            <pc:sldMk cId="4092700521" sldId="264"/>
            <ac:spMk id="3" creationId="{F5775213-4D57-5368-C027-9DBD42041484}"/>
          </ac:spMkLst>
        </pc:spChg>
        <pc:spChg chg="add del mod">
          <ac:chgData name="Sharon Tsukernik" userId="4b85f9774ff30eac" providerId="LiveId" clId="{234F80CC-A0E5-4DF7-A8FF-5AC8A23F0D83}" dt="2025-12-05T06:03:30.902" v="610" actId="478"/>
          <ac:spMkLst>
            <pc:docMk/>
            <pc:sldMk cId="4092700521" sldId="264"/>
            <ac:spMk id="4" creationId="{11DD1D27-67B4-66FD-1E19-99DEA12D9A37}"/>
          </ac:spMkLst>
        </pc:spChg>
        <pc:spChg chg="del">
          <ac:chgData name="Sharon Tsukernik" userId="4b85f9774ff30eac" providerId="LiveId" clId="{234F80CC-A0E5-4DF7-A8FF-5AC8A23F0D83}" dt="2025-12-05T19:50:42.826" v="4136" actId="26606"/>
          <ac:spMkLst>
            <pc:docMk/>
            <pc:sldMk cId="4092700521" sldId="264"/>
            <ac:spMk id="8" creationId="{77FDD742-6703-30AB-1653-83996ED40658}"/>
          </ac:spMkLst>
        </pc:spChg>
        <pc:spChg chg="del">
          <ac:chgData name="Sharon Tsukernik" userId="4b85f9774ff30eac" providerId="LiveId" clId="{234F80CC-A0E5-4DF7-A8FF-5AC8A23F0D83}" dt="2025-12-05T19:50:42.826" v="4136" actId="26606"/>
          <ac:spMkLst>
            <pc:docMk/>
            <pc:sldMk cId="4092700521" sldId="264"/>
            <ac:spMk id="10" creationId="{DD6EA0F7-38F3-985D-B9FD-2DBA3FD31A02}"/>
          </ac:spMkLst>
        </pc:spChg>
        <pc:spChg chg="add">
          <ac:chgData name="Sharon Tsukernik" userId="4b85f9774ff30eac" providerId="LiveId" clId="{234F80CC-A0E5-4DF7-A8FF-5AC8A23F0D83}" dt="2025-12-05T20:01:17.161" v="4208" actId="26606"/>
          <ac:spMkLst>
            <pc:docMk/>
            <pc:sldMk cId="4092700521" sldId="264"/>
            <ac:spMk id="11" creationId="{68AF5748-FED8-45BA-8631-26D1D10F3246}"/>
          </ac:spMkLst>
        </pc:spChg>
        <pc:spChg chg="del">
          <ac:chgData name="Sharon Tsukernik" userId="4b85f9774ff30eac" providerId="LiveId" clId="{234F80CC-A0E5-4DF7-A8FF-5AC8A23F0D83}" dt="2025-12-05T19:50:42.826" v="4136" actId="26606"/>
          <ac:spMkLst>
            <pc:docMk/>
            <pc:sldMk cId="4092700521" sldId="264"/>
            <ac:spMk id="12" creationId="{9E526E0E-9B7D-EC3B-4A46-D9032863C678}"/>
          </ac:spMkLst>
        </pc:spChg>
        <pc:spChg chg="add">
          <ac:chgData name="Sharon Tsukernik" userId="4b85f9774ff30eac" providerId="LiveId" clId="{234F80CC-A0E5-4DF7-A8FF-5AC8A23F0D83}" dt="2025-12-05T20:01:17.161" v="4208" actId="26606"/>
          <ac:spMkLst>
            <pc:docMk/>
            <pc:sldMk cId="4092700521" sldId="264"/>
            <ac:spMk id="13" creationId="{AF2F604E-43BE-4DC3-B983-E071523364F8}"/>
          </ac:spMkLst>
        </pc:spChg>
        <pc:spChg chg="add">
          <ac:chgData name="Sharon Tsukernik" userId="4b85f9774ff30eac" providerId="LiveId" clId="{234F80CC-A0E5-4DF7-A8FF-5AC8A23F0D83}" dt="2025-12-05T20:01:17.161" v="4208" actId="26606"/>
          <ac:spMkLst>
            <pc:docMk/>
            <pc:sldMk cId="4092700521" sldId="264"/>
            <ac:spMk id="15" creationId="{08C9B587-E65E-4B52-B37C-ABEBB6E87928}"/>
          </ac:spMkLst>
        </pc:spChg>
        <pc:picChg chg="add mod ord">
          <ac:chgData name="Sharon Tsukernik" userId="4b85f9774ff30eac" providerId="LiveId" clId="{234F80CC-A0E5-4DF7-A8FF-5AC8A23F0D83}" dt="2025-12-05T20:01:56.700" v="4230" actId="1076"/>
          <ac:picMkLst>
            <pc:docMk/>
            <pc:sldMk cId="4092700521" sldId="264"/>
            <ac:picMk id="6" creationId="{F74421BD-FA1B-F665-D832-5FC60ED3392D}"/>
          </ac:picMkLst>
        </pc:picChg>
      </pc:sldChg>
      <pc:sldChg chg="addSp delSp modSp add del mod ord">
        <pc:chgData name="Sharon Tsukernik" userId="4b85f9774ff30eac" providerId="LiveId" clId="{234F80CC-A0E5-4DF7-A8FF-5AC8A23F0D83}" dt="2025-12-05T20:35:33.829" v="5184" actId="47"/>
        <pc:sldMkLst>
          <pc:docMk/>
          <pc:sldMk cId="1453689030" sldId="265"/>
        </pc:sldMkLst>
        <pc:spChg chg="mod">
          <ac:chgData name="Sharon Tsukernik" userId="4b85f9774ff30eac" providerId="LiveId" clId="{234F80CC-A0E5-4DF7-A8FF-5AC8A23F0D83}" dt="2025-12-05T19:51:48.173" v="4174" actId="1076"/>
          <ac:spMkLst>
            <pc:docMk/>
            <pc:sldMk cId="1453689030" sldId="265"/>
            <ac:spMk id="2" creationId="{3D880E84-362B-6364-811E-1218E39163FD}"/>
          </ac:spMkLst>
        </pc:spChg>
        <pc:spChg chg="add del mod">
          <ac:chgData name="Sharon Tsukernik" userId="4b85f9774ff30eac" providerId="LiveId" clId="{234F80CC-A0E5-4DF7-A8FF-5AC8A23F0D83}" dt="2025-12-05T19:52:05.706" v="4177"/>
          <ac:spMkLst>
            <pc:docMk/>
            <pc:sldMk cId="1453689030" sldId="265"/>
            <ac:spMk id="3" creationId="{CAC66E18-18BA-42BE-1C37-43C81202B01A}"/>
          </ac:spMkLst>
        </pc:spChg>
      </pc:sldChg>
      <pc:sldChg chg="addSp delSp modSp add del mod">
        <pc:chgData name="Sharon Tsukernik" userId="4b85f9774ff30eac" providerId="LiveId" clId="{234F80CC-A0E5-4DF7-A8FF-5AC8A23F0D83}" dt="2025-12-05T20:38:31.663" v="5201" actId="47"/>
        <pc:sldMkLst>
          <pc:docMk/>
          <pc:sldMk cId="2772513274" sldId="266"/>
        </pc:sldMkLst>
        <pc:spChg chg="del mod">
          <ac:chgData name="Sharon Tsukernik" userId="4b85f9774ff30eac" providerId="LiveId" clId="{234F80CC-A0E5-4DF7-A8FF-5AC8A23F0D83}" dt="2025-12-05T06:03:36.854" v="614" actId="478"/>
          <ac:spMkLst>
            <pc:docMk/>
            <pc:sldMk cId="2772513274" sldId="266"/>
            <ac:spMk id="2" creationId="{87A0EF65-4091-B736-75CC-815C9FEFA77B}"/>
          </ac:spMkLst>
        </pc:spChg>
        <pc:spChg chg="add del mod">
          <ac:chgData name="Sharon Tsukernik" userId="4b85f9774ff30eac" providerId="LiveId" clId="{234F80CC-A0E5-4DF7-A8FF-5AC8A23F0D83}" dt="2025-12-05T06:03:38.960" v="615" actId="478"/>
          <ac:spMkLst>
            <pc:docMk/>
            <pc:sldMk cId="2772513274" sldId="266"/>
            <ac:spMk id="4" creationId="{0991B439-1F9D-4F8F-ACF4-089BD0B1C9CB}"/>
          </ac:spMkLst>
        </pc:spChg>
        <pc:picChg chg="add del mod">
          <ac:chgData name="Sharon Tsukernik" userId="4b85f9774ff30eac" providerId="LiveId" clId="{234F80CC-A0E5-4DF7-A8FF-5AC8A23F0D83}" dt="2025-12-05T20:38:08.179" v="5194" actId="478"/>
          <ac:picMkLst>
            <pc:docMk/>
            <pc:sldMk cId="2772513274" sldId="266"/>
            <ac:picMk id="6" creationId="{31FC846A-8267-B7B6-2E8F-AB96326805BD}"/>
          </ac:picMkLst>
        </pc:picChg>
      </pc:sldChg>
      <pc:sldChg chg="modSp add del mod ord">
        <pc:chgData name="Sharon Tsukernik" userId="4b85f9774ff30eac" providerId="LiveId" clId="{234F80CC-A0E5-4DF7-A8FF-5AC8A23F0D83}" dt="2025-12-05T20:37:52.251" v="5190" actId="47"/>
        <pc:sldMkLst>
          <pc:docMk/>
          <pc:sldMk cId="1949080436" sldId="267"/>
        </pc:sldMkLst>
      </pc:sldChg>
      <pc:sldChg chg="addSp delSp modSp add del mod ord">
        <pc:chgData name="Sharon Tsukernik" userId="4b85f9774ff30eac" providerId="LiveId" clId="{234F80CC-A0E5-4DF7-A8FF-5AC8A23F0D83}" dt="2025-12-05T20:38:36.788" v="5205" actId="47"/>
        <pc:sldMkLst>
          <pc:docMk/>
          <pc:sldMk cId="3708020990" sldId="268"/>
        </pc:sldMkLst>
        <pc:spChg chg="del mod">
          <ac:chgData name="Sharon Tsukernik" userId="4b85f9774ff30eac" providerId="LiveId" clId="{234F80CC-A0E5-4DF7-A8FF-5AC8A23F0D83}" dt="2025-12-05T06:04:06.400" v="619" actId="478"/>
          <ac:spMkLst>
            <pc:docMk/>
            <pc:sldMk cId="3708020990" sldId="268"/>
            <ac:spMk id="2" creationId="{764B5FF1-74B6-4CBD-E381-742EA3E9744C}"/>
          </ac:spMkLst>
        </pc:spChg>
        <pc:spChg chg="add del mod">
          <ac:chgData name="Sharon Tsukernik" userId="4b85f9774ff30eac" providerId="LiveId" clId="{234F80CC-A0E5-4DF7-A8FF-5AC8A23F0D83}" dt="2025-12-05T06:04:08.093" v="620" actId="478"/>
          <ac:spMkLst>
            <pc:docMk/>
            <pc:sldMk cId="3708020990" sldId="268"/>
            <ac:spMk id="4" creationId="{D925F835-BB23-E552-2D4A-5FA6AEEE9B0A}"/>
          </ac:spMkLst>
        </pc:spChg>
        <pc:picChg chg="add del mod">
          <ac:chgData name="Sharon Tsukernik" userId="4b85f9774ff30eac" providerId="LiveId" clId="{234F80CC-A0E5-4DF7-A8FF-5AC8A23F0D83}" dt="2025-12-05T20:38:35.391" v="5204" actId="478"/>
          <ac:picMkLst>
            <pc:docMk/>
            <pc:sldMk cId="3708020990" sldId="268"/>
            <ac:picMk id="6" creationId="{EAA3D3A9-25BE-5D8A-5129-376C002B1B36}"/>
          </ac:picMkLst>
        </pc:picChg>
      </pc:sldChg>
      <pc:sldChg chg="modSp add del mod ord">
        <pc:chgData name="Sharon Tsukernik" userId="4b85f9774ff30eac" providerId="LiveId" clId="{234F80CC-A0E5-4DF7-A8FF-5AC8A23F0D83}" dt="2025-12-05T20:45:30.756" v="5266" actId="47"/>
        <pc:sldMkLst>
          <pc:docMk/>
          <pc:sldMk cId="3321446295" sldId="269"/>
        </pc:sldMkLst>
      </pc:sldChg>
      <pc:sldChg chg="addSp delSp modSp add del mod">
        <pc:chgData name="Sharon Tsukernik" userId="4b85f9774ff30eac" providerId="LiveId" clId="{234F80CC-A0E5-4DF7-A8FF-5AC8A23F0D83}" dt="2025-12-05T20:42:19.907" v="5241" actId="47"/>
        <pc:sldMkLst>
          <pc:docMk/>
          <pc:sldMk cId="2650095227" sldId="270"/>
        </pc:sldMkLst>
        <pc:spChg chg="del mod">
          <ac:chgData name="Sharon Tsukernik" userId="4b85f9774ff30eac" providerId="LiveId" clId="{234F80CC-A0E5-4DF7-A8FF-5AC8A23F0D83}" dt="2025-12-05T06:04:12.425" v="624" actId="478"/>
          <ac:spMkLst>
            <pc:docMk/>
            <pc:sldMk cId="2650095227" sldId="270"/>
            <ac:spMk id="2" creationId="{5A66AD6E-4BD8-398D-3B2E-E8C46F2BD012}"/>
          </ac:spMkLst>
        </pc:spChg>
        <pc:spChg chg="add del mod">
          <ac:chgData name="Sharon Tsukernik" userId="4b85f9774ff30eac" providerId="LiveId" clId="{234F80CC-A0E5-4DF7-A8FF-5AC8A23F0D83}" dt="2025-12-05T06:04:14.379" v="625" actId="478"/>
          <ac:spMkLst>
            <pc:docMk/>
            <pc:sldMk cId="2650095227" sldId="270"/>
            <ac:spMk id="4" creationId="{51D5CD45-E243-6F7C-6076-8A17257AF04B}"/>
          </ac:spMkLst>
        </pc:spChg>
        <pc:picChg chg="add mod">
          <ac:chgData name="Sharon Tsukernik" userId="4b85f9774ff30eac" providerId="LiveId" clId="{234F80CC-A0E5-4DF7-A8FF-5AC8A23F0D83}" dt="2025-12-05T20:41:40.528" v="5222" actId="962"/>
          <ac:picMkLst>
            <pc:docMk/>
            <pc:sldMk cId="2650095227" sldId="270"/>
            <ac:picMk id="3" creationId="{99BB24E5-1315-5D74-BD33-8256B9E38AB7}"/>
          </ac:picMkLst>
        </pc:picChg>
        <pc:picChg chg="add del mod">
          <ac:chgData name="Sharon Tsukernik" userId="4b85f9774ff30eac" providerId="LiveId" clId="{234F80CC-A0E5-4DF7-A8FF-5AC8A23F0D83}" dt="2025-12-05T20:41:38.706" v="5219" actId="478"/>
          <ac:picMkLst>
            <pc:docMk/>
            <pc:sldMk cId="2650095227" sldId="270"/>
            <ac:picMk id="6" creationId="{EB7244F1-5BBC-2ADA-07AC-F8EF11C2BC3D}"/>
          </ac:picMkLst>
        </pc:picChg>
      </pc:sldChg>
      <pc:sldChg chg="addSp delSp modSp add del mod ord">
        <pc:chgData name="Sharon Tsukernik" userId="4b85f9774ff30eac" providerId="LiveId" clId="{234F80CC-A0E5-4DF7-A8FF-5AC8A23F0D83}" dt="2025-12-05T20:40:33.999" v="5218" actId="47"/>
        <pc:sldMkLst>
          <pc:docMk/>
          <pc:sldMk cId="3312163552" sldId="271"/>
        </pc:sldMkLst>
        <pc:spChg chg="add del mod">
          <ac:chgData name="Sharon Tsukernik" userId="4b85f9774ff30eac" providerId="LiveId" clId="{234F80CC-A0E5-4DF7-A8FF-5AC8A23F0D83}" dt="2025-12-05T20:40:32.282" v="5217" actId="478"/>
          <ac:spMkLst>
            <pc:docMk/>
            <pc:sldMk cId="3312163552" sldId="271"/>
            <ac:spMk id="3" creationId="{12E20859-2018-D497-BC71-40FAE01630E4}"/>
          </ac:spMkLst>
        </pc:spChg>
      </pc:sldChg>
      <pc:sldChg chg="addSp delSp modSp add del mod ord">
        <pc:chgData name="Sharon Tsukernik" userId="4b85f9774ff30eac" providerId="LiveId" clId="{234F80CC-A0E5-4DF7-A8FF-5AC8A23F0D83}" dt="2025-12-05T20:42:45.966" v="5253" actId="47"/>
        <pc:sldMkLst>
          <pc:docMk/>
          <pc:sldMk cId="403441291" sldId="272"/>
        </pc:sldMkLst>
        <pc:spChg chg="del mod">
          <ac:chgData name="Sharon Tsukernik" userId="4b85f9774ff30eac" providerId="LiveId" clId="{234F80CC-A0E5-4DF7-A8FF-5AC8A23F0D83}" dt="2025-12-05T06:04:25.677" v="629" actId="478"/>
          <ac:spMkLst>
            <pc:docMk/>
            <pc:sldMk cId="403441291" sldId="272"/>
            <ac:spMk id="2" creationId="{54B17551-6514-1050-F7E8-9B4C0521812A}"/>
          </ac:spMkLst>
        </pc:spChg>
        <pc:spChg chg="add del mod">
          <ac:chgData name="Sharon Tsukernik" userId="4b85f9774ff30eac" providerId="LiveId" clId="{234F80CC-A0E5-4DF7-A8FF-5AC8A23F0D83}" dt="2025-12-05T06:04:27.222" v="630" actId="478"/>
          <ac:spMkLst>
            <pc:docMk/>
            <pc:sldMk cId="403441291" sldId="272"/>
            <ac:spMk id="4" creationId="{D48E51F8-CA81-2DE7-DE81-934C1C724EA8}"/>
          </ac:spMkLst>
        </pc:spChg>
        <pc:picChg chg="add mod">
          <ac:chgData name="Sharon Tsukernik" userId="4b85f9774ff30eac" providerId="LiveId" clId="{234F80CC-A0E5-4DF7-A8FF-5AC8A23F0D83}" dt="2025-12-05T06:04:39.023" v="633" actId="962"/>
          <ac:picMkLst>
            <pc:docMk/>
            <pc:sldMk cId="403441291" sldId="272"/>
            <ac:picMk id="6" creationId="{2C876840-D435-6819-D5C1-070EE233EECC}"/>
          </ac:picMkLst>
        </pc:picChg>
      </pc:sldChg>
      <pc:sldChg chg="addSp delSp modSp add del mod ord">
        <pc:chgData name="Sharon Tsukernik" userId="4b85f9774ff30eac" providerId="LiveId" clId="{234F80CC-A0E5-4DF7-A8FF-5AC8A23F0D83}" dt="2025-12-05T21:05:17.180" v="6299" actId="47"/>
        <pc:sldMkLst>
          <pc:docMk/>
          <pc:sldMk cId="4134080398" sldId="273"/>
        </pc:sldMkLst>
        <pc:spChg chg="mod">
          <ac:chgData name="Sharon Tsukernik" userId="4b85f9774ff30eac" providerId="LiveId" clId="{234F80CC-A0E5-4DF7-A8FF-5AC8A23F0D83}" dt="2025-12-05T20:42:27.689" v="5245" actId="20577"/>
          <ac:spMkLst>
            <pc:docMk/>
            <pc:sldMk cId="4134080398" sldId="273"/>
            <ac:spMk id="2" creationId="{665A94B0-9F7C-81DC-A1AF-E7E91AE8D040}"/>
          </ac:spMkLst>
        </pc:spChg>
        <pc:spChg chg="add del mod">
          <ac:chgData name="Sharon Tsukernik" userId="4b85f9774ff30eac" providerId="LiveId" clId="{234F80CC-A0E5-4DF7-A8FF-5AC8A23F0D83}" dt="2025-12-05T06:05:05.653" v="636" actId="478"/>
          <ac:spMkLst>
            <pc:docMk/>
            <pc:sldMk cId="4134080398" sldId="273"/>
            <ac:spMk id="3" creationId="{ED3AB8D9-4F1D-5252-2F15-A33822E66CC4}"/>
          </ac:spMkLst>
        </pc:spChg>
      </pc:sldChg>
      <pc:sldChg chg="modSp add del mod">
        <pc:chgData name="Sharon Tsukernik" userId="4b85f9774ff30eac" providerId="LiveId" clId="{234F80CC-A0E5-4DF7-A8FF-5AC8A23F0D83}" dt="2025-12-05T06:04:46.314" v="634" actId="47"/>
        <pc:sldMkLst>
          <pc:docMk/>
          <pc:sldMk cId="4016095866" sldId="274"/>
        </pc:sldMkLst>
      </pc:sldChg>
      <pc:sldChg chg="modSp add del mod">
        <pc:chgData name="Sharon Tsukernik" userId="4b85f9774ff30eac" providerId="LiveId" clId="{234F80CC-A0E5-4DF7-A8FF-5AC8A23F0D83}" dt="2025-12-05T06:04:48.212" v="635" actId="47"/>
        <pc:sldMkLst>
          <pc:docMk/>
          <pc:sldMk cId="2703911402" sldId="275"/>
        </pc:sldMkLst>
      </pc:sldChg>
      <pc:sldChg chg="modSp add del mod">
        <pc:chgData name="Sharon Tsukernik" userId="4b85f9774ff30eac" providerId="LiveId" clId="{234F80CC-A0E5-4DF7-A8FF-5AC8A23F0D83}" dt="2025-12-05T22:07:13.881" v="8964" actId="47"/>
        <pc:sldMkLst>
          <pc:docMk/>
          <pc:sldMk cId="1095879771" sldId="276"/>
        </pc:sldMkLst>
      </pc:sldChg>
      <pc:sldChg chg="modSp add del mod">
        <pc:chgData name="Sharon Tsukernik" userId="4b85f9774ff30eac" providerId="LiveId" clId="{234F80CC-A0E5-4DF7-A8FF-5AC8A23F0D83}" dt="2025-12-05T22:15:18.316" v="9098" actId="47"/>
        <pc:sldMkLst>
          <pc:docMk/>
          <pc:sldMk cId="2343857197" sldId="277"/>
        </pc:sldMkLst>
      </pc:sldChg>
      <pc:sldChg chg="addSp modSp add del mod ord">
        <pc:chgData name="Sharon Tsukernik" userId="4b85f9774ff30eac" providerId="LiveId" clId="{234F80CC-A0E5-4DF7-A8FF-5AC8A23F0D83}" dt="2025-12-05T21:38:52.837" v="7626" actId="47"/>
        <pc:sldMkLst>
          <pc:docMk/>
          <pc:sldMk cId="2696523359" sldId="278"/>
        </pc:sldMkLst>
        <pc:spChg chg="mod">
          <ac:chgData name="Sharon Tsukernik" userId="4b85f9774ff30eac" providerId="LiveId" clId="{234F80CC-A0E5-4DF7-A8FF-5AC8A23F0D83}" dt="2025-12-05T21:38:37.638" v="7625" actId="20577"/>
          <ac:spMkLst>
            <pc:docMk/>
            <pc:sldMk cId="2696523359" sldId="278"/>
            <ac:spMk id="2" creationId="{C31E74E6-410C-0873-E0AB-34F2F3A51B9B}"/>
          </ac:spMkLst>
        </pc:spChg>
        <pc:spChg chg="add">
          <ac:chgData name="Sharon Tsukernik" userId="4b85f9774ff30eac" providerId="LiveId" clId="{234F80CC-A0E5-4DF7-A8FF-5AC8A23F0D83}" dt="2025-12-05T21:37:48.703" v="7618"/>
          <ac:spMkLst>
            <pc:docMk/>
            <pc:sldMk cId="2696523359" sldId="278"/>
            <ac:spMk id="3" creationId="{01A686B6-0AEB-C20B-A698-2626EBB848A2}"/>
          </ac:spMkLst>
        </pc:spChg>
        <pc:spChg chg="add">
          <ac:chgData name="Sharon Tsukernik" userId="4b85f9774ff30eac" providerId="LiveId" clId="{234F80CC-A0E5-4DF7-A8FF-5AC8A23F0D83}" dt="2025-12-05T21:37:51.532" v="7619"/>
          <ac:spMkLst>
            <pc:docMk/>
            <pc:sldMk cId="2696523359" sldId="278"/>
            <ac:spMk id="4" creationId="{EE85A5F2-92E5-2108-C358-945D6E865241}"/>
          </ac:spMkLst>
        </pc:spChg>
        <pc:spChg chg="add">
          <ac:chgData name="Sharon Tsukernik" userId="4b85f9774ff30eac" providerId="LiveId" clId="{234F80CC-A0E5-4DF7-A8FF-5AC8A23F0D83}" dt="2025-12-05T21:38:10.643" v="7620"/>
          <ac:spMkLst>
            <pc:docMk/>
            <pc:sldMk cId="2696523359" sldId="278"/>
            <ac:spMk id="5" creationId="{33147037-663B-F293-CDA3-F0ED6578E9B4}"/>
          </ac:spMkLst>
        </pc:spChg>
        <pc:spChg chg="add">
          <ac:chgData name="Sharon Tsukernik" userId="4b85f9774ff30eac" providerId="LiveId" clId="{234F80CC-A0E5-4DF7-A8FF-5AC8A23F0D83}" dt="2025-12-05T21:38:23.171" v="7622"/>
          <ac:spMkLst>
            <pc:docMk/>
            <pc:sldMk cId="2696523359" sldId="278"/>
            <ac:spMk id="6" creationId="{9E059852-259A-FFD2-FB40-E276392B3114}"/>
          </ac:spMkLst>
        </pc:spChg>
      </pc:sldChg>
      <pc:sldChg chg="modSp add del mod">
        <pc:chgData name="Sharon Tsukernik" userId="4b85f9774ff30eac" providerId="LiveId" clId="{234F80CC-A0E5-4DF7-A8FF-5AC8A23F0D83}" dt="2025-12-05T18:26:37.064" v="3107" actId="47"/>
        <pc:sldMkLst>
          <pc:docMk/>
          <pc:sldMk cId="4096806112" sldId="279"/>
        </pc:sldMkLst>
        <pc:spChg chg="mod">
          <ac:chgData name="Sharon Tsukernik" userId="4b85f9774ff30eac" providerId="LiveId" clId="{234F80CC-A0E5-4DF7-A8FF-5AC8A23F0D83}" dt="2025-12-05T17:13:53.259" v="684" actId="404"/>
          <ac:spMkLst>
            <pc:docMk/>
            <pc:sldMk cId="4096806112" sldId="279"/>
            <ac:spMk id="3" creationId="{5F0D7C28-734E-DE61-CFCC-555A38EE15CD}"/>
          </ac:spMkLst>
        </pc:spChg>
      </pc:sldChg>
      <pc:sldChg chg="addSp delSp modSp add mod setBg delDesignElem">
        <pc:chgData name="Sharon Tsukernik" userId="4b85f9774ff30eac" providerId="LiveId" clId="{234F80CC-A0E5-4DF7-A8FF-5AC8A23F0D83}" dt="2025-12-05T22:50:43.711" v="10429" actId="207"/>
        <pc:sldMkLst>
          <pc:docMk/>
          <pc:sldMk cId="1701119741" sldId="280"/>
        </pc:sldMkLst>
        <pc:spChg chg="mod">
          <ac:chgData name="Sharon Tsukernik" userId="4b85f9774ff30eac" providerId="LiveId" clId="{234F80CC-A0E5-4DF7-A8FF-5AC8A23F0D83}" dt="2025-12-05T22:30:23.349" v="10095" actId="1076"/>
          <ac:spMkLst>
            <pc:docMk/>
            <pc:sldMk cId="1701119741" sldId="280"/>
            <ac:spMk id="2" creationId="{F27F3E03-7F43-46AB-37DC-EDA2466CD00B}"/>
          </ac:spMkLst>
        </pc:spChg>
        <pc:spChg chg="add del mod">
          <ac:chgData name="Sharon Tsukernik" userId="4b85f9774ff30eac" providerId="LiveId" clId="{234F80CC-A0E5-4DF7-A8FF-5AC8A23F0D83}" dt="2025-12-05T18:45:47.441" v="4061" actId="478"/>
          <ac:spMkLst>
            <pc:docMk/>
            <pc:sldMk cId="1701119741" sldId="280"/>
            <ac:spMk id="4" creationId="{980D84A5-3D5E-6877-4C4F-FCD7D8C14FAF}"/>
          </ac:spMkLst>
        </pc:spChg>
        <pc:spChg chg="del">
          <ac:chgData name="Sharon Tsukernik" userId="4b85f9774ff30eac" providerId="LiveId" clId="{234F80CC-A0E5-4DF7-A8FF-5AC8A23F0D83}" dt="2025-12-05T17:20:13.650" v="764"/>
          <ac:spMkLst>
            <pc:docMk/>
            <pc:sldMk cId="1701119741" sldId="280"/>
            <ac:spMk id="28" creationId="{9DBC8166-481C-4473-95F5-9A5B9073B7F1}"/>
          </ac:spMkLst>
        </pc:spChg>
        <pc:spChg chg="add del">
          <ac:chgData name="Sharon Tsukernik" userId="4b85f9774ff30eac" providerId="LiveId" clId="{234F80CC-A0E5-4DF7-A8FF-5AC8A23F0D83}" dt="2025-12-05T18:45:39.522" v="4058" actId="26606"/>
          <ac:spMkLst>
            <pc:docMk/>
            <pc:sldMk cId="1701119741" sldId="280"/>
            <ac:spMk id="29" creationId="{45D37F4E-DDB4-456B-97E0-9937730A039F}"/>
          </ac:spMkLst>
        </pc:spChg>
        <pc:spChg chg="del">
          <ac:chgData name="Sharon Tsukernik" userId="4b85f9774ff30eac" providerId="LiveId" clId="{234F80CC-A0E5-4DF7-A8FF-5AC8A23F0D83}" dt="2025-12-05T17:20:13.650" v="764"/>
          <ac:spMkLst>
            <pc:docMk/>
            <pc:sldMk cId="1701119741" sldId="280"/>
            <ac:spMk id="30" creationId="{A5A5CE6E-90AF-4D43-A014-1F9EC83EB93D}"/>
          </ac:spMkLst>
        </pc:spChg>
        <pc:spChg chg="add del">
          <ac:chgData name="Sharon Tsukernik" userId="4b85f9774ff30eac" providerId="LiveId" clId="{234F80CC-A0E5-4DF7-A8FF-5AC8A23F0D83}" dt="2025-12-05T18:45:39.522" v="4058" actId="26606"/>
          <ac:spMkLst>
            <pc:docMk/>
            <pc:sldMk cId="1701119741" sldId="280"/>
            <ac:spMk id="31" creationId="{B2DD41CD-8F47-4F56-AD12-4E2FF7696987}"/>
          </ac:spMkLst>
        </pc:spChg>
        <pc:spChg chg="add del">
          <ac:chgData name="Sharon Tsukernik" userId="4b85f9774ff30eac" providerId="LiveId" clId="{234F80CC-A0E5-4DF7-A8FF-5AC8A23F0D83}" dt="2025-12-05T18:45:36.191" v="4055" actId="26606"/>
          <ac:spMkLst>
            <pc:docMk/>
            <pc:sldMk cId="1701119741" sldId="280"/>
            <ac:spMk id="34" creationId="{955A2079-FA98-4876-80F0-72364A7D2EA4}"/>
          </ac:spMkLst>
        </pc:spChg>
        <pc:spChg chg="add del">
          <ac:chgData name="Sharon Tsukernik" userId="4b85f9774ff30eac" providerId="LiveId" clId="{234F80CC-A0E5-4DF7-A8FF-5AC8A23F0D83}" dt="2025-12-05T18:44:26.042" v="4035" actId="26606"/>
          <ac:spMkLst>
            <pc:docMk/>
            <pc:sldMk cId="1701119741" sldId="280"/>
            <ac:spMk id="36" creationId="{BACC6370-2D7E-4714-9D71-7542949D7D5D}"/>
          </ac:spMkLst>
        </pc:spChg>
        <pc:spChg chg="add del">
          <ac:chgData name="Sharon Tsukernik" userId="4b85f9774ff30eac" providerId="LiveId" clId="{234F80CC-A0E5-4DF7-A8FF-5AC8A23F0D83}" dt="2025-12-05T18:44:48.347" v="4045" actId="26606"/>
          <ac:spMkLst>
            <pc:docMk/>
            <pc:sldMk cId="1701119741" sldId="280"/>
            <ac:spMk id="37" creationId="{70DFA0FD-AB28-4B25-B870-4D2BBC35BA1D}"/>
          </ac:spMkLst>
        </pc:spChg>
        <pc:spChg chg="add del">
          <ac:chgData name="Sharon Tsukernik" userId="4b85f9774ff30eac" providerId="LiveId" clId="{234F80CC-A0E5-4DF7-A8FF-5AC8A23F0D83}" dt="2025-12-05T18:44:26.042" v="4035" actId="26606"/>
          <ac:spMkLst>
            <pc:docMk/>
            <pc:sldMk cId="1701119741" sldId="280"/>
            <ac:spMk id="38" creationId="{F68B3F68-107C-434F-AA38-110D5EA91B85}"/>
          </ac:spMkLst>
        </pc:spChg>
        <pc:spChg chg="add del">
          <ac:chgData name="Sharon Tsukernik" userId="4b85f9774ff30eac" providerId="LiveId" clId="{234F80CC-A0E5-4DF7-A8FF-5AC8A23F0D83}" dt="2025-12-05T18:44:26.042" v="4035" actId="26606"/>
          <ac:spMkLst>
            <pc:docMk/>
            <pc:sldMk cId="1701119741" sldId="280"/>
            <ac:spMk id="40" creationId="{AAD0DBB9-1A4B-4391-81D4-CB19F9AB918A}"/>
          </ac:spMkLst>
        </pc:spChg>
        <pc:spChg chg="add del">
          <ac:chgData name="Sharon Tsukernik" userId="4b85f9774ff30eac" providerId="LiveId" clId="{234F80CC-A0E5-4DF7-A8FF-5AC8A23F0D83}" dt="2025-12-05T18:45:39.453" v="4057" actId="26606"/>
          <ac:spMkLst>
            <pc:docMk/>
            <pc:sldMk cId="1701119741" sldId="280"/>
            <ac:spMk id="41" creationId="{C05CBC3C-2E5A-4839-8B9B-2E5A6ADF0F58}"/>
          </ac:spMkLst>
        </pc:spChg>
        <pc:spChg chg="add del">
          <ac:chgData name="Sharon Tsukernik" userId="4b85f9774ff30eac" providerId="LiveId" clId="{234F80CC-A0E5-4DF7-A8FF-5AC8A23F0D83}" dt="2025-12-05T18:44:26.042" v="4035" actId="26606"/>
          <ac:spMkLst>
            <pc:docMk/>
            <pc:sldMk cId="1701119741" sldId="280"/>
            <ac:spMk id="42" creationId="{063BBA22-50EA-4C4D-BE05-F1CE4E63AA56}"/>
          </ac:spMkLst>
        </pc:spChg>
        <pc:spChg chg="add del">
          <ac:chgData name="Sharon Tsukernik" userId="4b85f9774ff30eac" providerId="LiveId" clId="{234F80CC-A0E5-4DF7-A8FF-5AC8A23F0D83}" dt="2025-12-05T18:45:39.453" v="4057" actId="26606"/>
          <ac:spMkLst>
            <pc:docMk/>
            <pc:sldMk cId="1701119741" sldId="280"/>
            <ac:spMk id="43" creationId="{DB5B423A-57CC-4C58-AA26-8E2E862B03A0}"/>
          </ac:spMkLst>
        </pc:spChg>
        <pc:spChg chg="add del">
          <ac:chgData name="Sharon Tsukernik" userId="4b85f9774ff30eac" providerId="LiveId" clId="{234F80CC-A0E5-4DF7-A8FF-5AC8A23F0D83}" dt="2025-12-05T18:44:36.294" v="4037" actId="26606"/>
          <ac:spMkLst>
            <pc:docMk/>
            <pc:sldMk cId="1701119741" sldId="280"/>
            <ac:spMk id="44" creationId="{955A2079-FA98-4876-80F0-72364A7D2EA4}"/>
          </ac:spMkLst>
        </pc:spChg>
        <pc:spChg chg="add">
          <ac:chgData name="Sharon Tsukernik" userId="4b85f9774ff30eac" providerId="LiveId" clId="{234F80CC-A0E5-4DF7-A8FF-5AC8A23F0D83}" dt="2025-12-05T18:45:39.522" v="4058" actId="26606"/>
          <ac:spMkLst>
            <pc:docMk/>
            <pc:sldMk cId="1701119741" sldId="280"/>
            <ac:spMk id="45" creationId="{955A2079-FA98-4876-80F0-72364A7D2EA4}"/>
          </ac:spMkLst>
        </pc:spChg>
        <pc:spChg chg="add del">
          <ac:chgData name="Sharon Tsukernik" userId="4b85f9774ff30eac" providerId="LiveId" clId="{234F80CC-A0E5-4DF7-A8FF-5AC8A23F0D83}" dt="2025-12-05T18:44:39.604" v="4039" actId="26606"/>
          <ac:spMkLst>
            <pc:docMk/>
            <pc:sldMk cId="1701119741" sldId="280"/>
            <ac:spMk id="46" creationId="{BC68A55F-7B32-44D8-AEE5-1AF40532656C}"/>
          </ac:spMkLst>
        </pc:spChg>
        <pc:spChg chg="add del">
          <ac:chgData name="Sharon Tsukernik" userId="4b85f9774ff30eac" providerId="LiveId" clId="{234F80CC-A0E5-4DF7-A8FF-5AC8A23F0D83}" dt="2025-12-05T18:44:39.604" v="4039" actId="26606"/>
          <ac:spMkLst>
            <pc:docMk/>
            <pc:sldMk cId="1701119741" sldId="280"/>
            <ac:spMk id="47" creationId="{CD1AAA2C-FBBE-42AA-B869-31D524B7653F}"/>
          </ac:spMkLst>
        </pc:spChg>
        <pc:spChg chg="add del">
          <ac:chgData name="Sharon Tsukernik" userId="4b85f9774ff30eac" providerId="LiveId" clId="{234F80CC-A0E5-4DF7-A8FF-5AC8A23F0D83}" dt="2025-12-05T18:44:39.604" v="4039" actId="26606"/>
          <ac:spMkLst>
            <pc:docMk/>
            <pc:sldMk cId="1701119741" sldId="280"/>
            <ac:spMk id="48" creationId="{5F937BBF-9326-4230-AB1B-F1795E350559}"/>
          </ac:spMkLst>
        </pc:spChg>
        <pc:spChg chg="add del">
          <ac:chgData name="Sharon Tsukernik" userId="4b85f9774ff30eac" providerId="LiveId" clId="{234F80CC-A0E5-4DF7-A8FF-5AC8A23F0D83}" dt="2025-12-05T18:44:40.561" v="4041" actId="26606"/>
          <ac:spMkLst>
            <pc:docMk/>
            <pc:sldMk cId="1701119741" sldId="280"/>
            <ac:spMk id="50" creationId="{BC68A55F-7B32-44D8-AEE5-1AF40532656C}"/>
          </ac:spMkLst>
        </pc:spChg>
        <pc:spChg chg="add del">
          <ac:chgData name="Sharon Tsukernik" userId="4b85f9774ff30eac" providerId="LiveId" clId="{234F80CC-A0E5-4DF7-A8FF-5AC8A23F0D83}" dt="2025-12-05T18:44:40.561" v="4041" actId="26606"/>
          <ac:spMkLst>
            <pc:docMk/>
            <pc:sldMk cId="1701119741" sldId="280"/>
            <ac:spMk id="51" creationId="{CD1AAA2C-FBBE-42AA-B869-31D524B7653F}"/>
          </ac:spMkLst>
        </pc:spChg>
        <pc:spChg chg="add del">
          <ac:chgData name="Sharon Tsukernik" userId="4b85f9774ff30eac" providerId="LiveId" clId="{234F80CC-A0E5-4DF7-A8FF-5AC8A23F0D83}" dt="2025-12-05T18:44:40.561" v="4041" actId="26606"/>
          <ac:spMkLst>
            <pc:docMk/>
            <pc:sldMk cId="1701119741" sldId="280"/>
            <ac:spMk id="52" creationId="{5F937BBF-9326-4230-AB1B-F1795E350559}"/>
          </ac:spMkLst>
        </pc:spChg>
        <pc:spChg chg="add del">
          <ac:chgData name="Sharon Tsukernik" userId="4b85f9774ff30eac" providerId="LiveId" clId="{234F80CC-A0E5-4DF7-A8FF-5AC8A23F0D83}" dt="2025-12-05T18:44:42.314" v="4043" actId="26606"/>
          <ac:spMkLst>
            <pc:docMk/>
            <pc:sldMk cId="1701119741" sldId="280"/>
            <ac:spMk id="54" creationId="{BC68A55F-7B32-44D8-AEE5-1AF40532656C}"/>
          </ac:spMkLst>
        </pc:spChg>
        <pc:spChg chg="add del">
          <ac:chgData name="Sharon Tsukernik" userId="4b85f9774ff30eac" providerId="LiveId" clId="{234F80CC-A0E5-4DF7-A8FF-5AC8A23F0D83}" dt="2025-12-05T18:44:42.314" v="4043" actId="26606"/>
          <ac:spMkLst>
            <pc:docMk/>
            <pc:sldMk cId="1701119741" sldId="280"/>
            <ac:spMk id="55" creationId="{CD1AAA2C-FBBE-42AA-B869-31D524B7653F}"/>
          </ac:spMkLst>
        </pc:spChg>
        <pc:spChg chg="add del">
          <ac:chgData name="Sharon Tsukernik" userId="4b85f9774ff30eac" providerId="LiveId" clId="{234F80CC-A0E5-4DF7-A8FF-5AC8A23F0D83}" dt="2025-12-05T18:44:42.314" v="4043" actId="26606"/>
          <ac:spMkLst>
            <pc:docMk/>
            <pc:sldMk cId="1701119741" sldId="280"/>
            <ac:spMk id="56" creationId="{5F937BBF-9326-4230-AB1B-F1795E350559}"/>
          </ac:spMkLst>
        </pc:spChg>
        <pc:spChg chg="add del">
          <ac:chgData name="Sharon Tsukernik" userId="4b85f9774ff30eac" providerId="LiveId" clId="{234F80CC-A0E5-4DF7-A8FF-5AC8A23F0D83}" dt="2025-12-05T18:44:52.084" v="4047" actId="26606"/>
          <ac:spMkLst>
            <pc:docMk/>
            <pc:sldMk cId="1701119741" sldId="280"/>
            <ac:spMk id="62" creationId="{45D37F4E-DDB4-456B-97E0-9937730A039F}"/>
          </ac:spMkLst>
        </pc:spChg>
        <pc:spChg chg="add del">
          <ac:chgData name="Sharon Tsukernik" userId="4b85f9774ff30eac" providerId="LiveId" clId="{234F80CC-A0E5-4DF7-A8FF-5AC8A23F0D83}" dt="2025-12-05T18:44:52.084" v="4047" actId="26606"/>
          <ac:spMkLst>
            <pc:docMk/>
            <pc:sldMk cId="1701119741" sldId="280"/>
            <ac:spMk id="63" creationId="{B2DD41CD-8F47-4F56-AD12-4E2FF7696987}"/>
          </ac:spMkLst>
        </pc:spChg>
        <pc:spChg chg="add del">
          <ac:chgData name="Sharon Tsukernik" userId="4b85f9774ff30eac" providerId="LiveId" clId="{234F80CC-A0E5-4DF7-A8FF-5AC8A23F0D83}" dt="2025-12-05T18:44:57.047" v="4051" actId="26606"/>
          <ac:spMkLst>
            <pc:docMk/>
            <pc:sldMk cId="1701119741" sldId="280"/>
            <ac:spMk id="65" creationId="{45D37F4E-DDB4-456B-97E0-9937730A039F}"/>
          </ac:spMkLst>
        </pc:spChg>
        <pc:spChg chg="add del">
          <ac:chgData name="Sharon Tsukernik" userId="4b85f9774ff30eac" providerId="LiveId" clId="{234F80CC-A0E5-4DF7-A8FF-5AC8A23F0D83}" dt="2025-12-05T18:44:57.047" v="4051" actId="26606"/>
          <ac:spMkLst>
            <pc:docMk/>
            <pc:sldMk cId="1701119741" sldId="280"/>
            <ac:spMk id="66" creationId="{B2DD41CD-8F47-4F56-AD12-4E2FF7696987}"/>
          </ac:spMkLst>
        </pc:spChg>
        <pc:grpChg chg="add del">
          <ac:chgData name="Sharon Tsukernik" userId="4b85f9774ff30eac" providerId="LiveId" clId="{234F80CC-A0E5-4DF7-A8FF-5AC8A23F0D83}" dt="2025-12-05T18:44:48.347" v="4045" actId="26606"/>
          <ac:grpSpMkLst>
            <pc:docMk/>
            <pc:sldMk cId="1701119741" sldId="280"/>
            <ac:grpSpMk id="39" creationId="{0D628DFB-9CD1-4E2B-8B44-9FDF7E80F6D9}"/>
          </ac:grpSpMkLst>
        </pc:grpChg>
        <pc:graphicFrameChg chg="add mod modGraphic">
          <ac:chgData name="Sharon Tsukernik" userId="4b85f9774ff30eac" providerId="LiveId" clId="{234F80CC-A0E5-4DF7-A8FF-5AC8A23F0D83}" dt="2025-12-05T22:50:43.711" v="10429" actId="207"/>
          <ac:graphicFrameMkLst>
            <pc:docMk/>
            <pc:sldMk cId="1701119741" sldId="280"/>
            <ac:graphicFrameMk id="5" creationId="{4C9663F8-A56C-D052-C7EA-A54318C202AE}"/>
          </ac:graphicFrameMkLst>
        </pc:graphicFrameChg>
        <pc:graphicFrameChg chg="del mod modGraphic">
          <ac:chgData name="Sharon Tsukernik" userId="4b85f9774ff30eac" providerId="LiveId" clId="{234F80CC-A0E5-4DF7-A8FF-5AC8A23F0D83}" dt="2025-12-05T18:45:42.757" v="4059" actId="478"/>
          <ac:graphicFrameMkLst>
            <pc:docMk/>
            <pc:sldMk cId="1701119741" sldId="280"/>
            <ac:graphicFrameMk id="24" creationId="{C827272E-E1BC-D3F9-3D25-7CF9EF924695}"/>
          </ac:graphicFrameMkLst>
        </pc:graphicFrameChg>
        <pc:picChg chg="del">
          <ac:chgData name="Sharon Tsukernik" userId="4b85f9774ff30eac" providerId="LiveId" clId="{234F80CC-A0E5-4DF7-A8FF-5AC8A23F0D83}" dt="2025-12-05T17:23:48.855" v="775" actId="478"/>
          <ac:picMkLst>
            <pc:docMk/>
            <pc:sldMk cId="1701119741" sldId="280"/>
            <ac:picMk id="7" creationId="{EA4DC2CD-8CDD-5DC0-2146-CCD804215B43}"/>
          </ac:picMkLst>
        </pc:picChg>
        <pc:picChg chg="add del">
          <ac:chgData name="Sharon Tsukernik" userId="4b85f9774ff30eac" providerId="LiveId" clId="{234F80CC-A0E5-4DF7-A8FF-5AC8A23F0D83}" dt="2025-12-05T18:44:48.347" v="4045" actId="26606"/>
          <ac:picMkLst>
            <pc:docMk/>
            <pc:sldMk cId="1701119741" sldId="280"/>
            <ac:picMk id="33" creationId="{ABBCCA36-2396-817E-2E99-3E156BA86DF2}"/>
          </ac:picMkLst>
        </pc:picChg>
      </pc:sldChg>
      <pc:sldChg chg="addSp delSp modSp new mod setBg">
        <pc:chgData name="Sharon Tsukernik" userId="4b85f9774ff30eac" providerId="LiveId" clId="{234F80CC-A0E5-4DF7-A8FF-5AC8A23F0D83}" dt="2025-12-05T22:54:53.766" v="10500" actId="207"/>
        <pc:sldMkLst>
          <pc:docMk/>
          <pc:sldMk cId="227738382" sldId="281"/>
        </pc:sldMkLst>
        <pc:spChg chg="mod">
          <ac:chgData name="Sharon Tsukernik" userId="4b85f9774ff30eac" providerId="LiveId" clId="{234F80CC-A0E5-4DF7-A8FF-5AC8A23F0D83}" dt="2025-12-05T22:45:14.107" v="10339" actId="26606"/>
          <ac:spMkLst>
            <pc:docMk/>
            <pc:sldMk cId="227738382" sldId="281"/>
            <ac:spMk id="2" creationId="{1E94F885-5CC8-F405-01EA-C923B5647CEC}"/>
          </ac:spMkLst>
        </pc:spChg>
        <pc:spChg chg="mod">
          <ac:chgData name="Sharon Tsukernik" userId="4b85f9774ff30eac" providerId="LiveId" clId="{234F80CC-A0E5-4DF7-A8FF-5AC8A23F0D83}" dt="2025-12-05T22:54:53.766" v="10500" actId="207"/>
          <ac:spMkLst>
            <pc:docMk/>
            <pc:sldMk cId="227738382" sldId="281"/>
            <ac:spMk id="3" creationId="{CC97EA1B-AC8D-C533-3C01-EADAA4DC190B}"/>
          </ac:spMkLst>
        </pc:spChg>
        <pc:spChg chg="add del">
          <ac:chgData name="Sharon Tsukernik" userId="4b85f9774ff30eac" providerId="LiveId" clId="{234F80CC-A0E5-4DF7-A8FF-5AC8A23F0D83}" dt="2025-12-05T18:48:04.108" v="4068" actId="26606"/>
          <ac:spMkLst>
            <pc:docMk/>
            <pc:sldMk cId="227738382" sldId="281"/>
            <ac:spMk id="6" creationId="{3ECBE1F1-D69B-4AFA-ABD5-8E41720EF6DE}"/>
          </ac:spMkLst>
        </pc:spChg>
        <pc:spChg chg="add del">
          <ac:chgData name="Sharon Tsukernik" userId="4b85f9774ff30eac" providerId="LiveId" clId="{234F80CC-A0E5-4DF7-A8FF-5AC8A23F0D83}" dt="2025-12-05T18:48:04.108" v="4068" actId="26606"/>
          <ac:spMkLst>
            <pc:docMk/>
            <pc:sldMk cId="227738382" sldId="281"/>
            <ac:spMk id="8" creationId="{603A6265-E10C-4B85-9C20-E75FCAF9CC63}"/>
          </ac:spMkLst>
        </pc:spChg>
        <pc:spChg chg="add del">
          <ac:chgData name="Sharon Tsukernik" userId="4b85f9774ff30eac" providerId="LiveId" clId="{234F80CC-A0E5-4DF7-A8FF-5AC8A23F0D83}" dt="2025-12-05T18:47:59.357" v="4066" actId="26606"/>
          <ac:spMkLst>
            <pc:docMk/>
            <pc:sldMk cId="227738382" sldId="281"/>
            <ac:spMk id="9" creationId="{3ECBE1F1-D69B-4AFA-ABD5-8E41720EF6DE}"/>
          </ac:spMkLst>
        </pc:spChg>
        <pc:spChg chg="add del">
          <ac:chgData name="Sharon Tsukernik" userId="4b85f9774ff30eac" providerId="LiveId" clId="{234F80CC-A0E5-4DF7-A8FF-5AC8A23F0D83}" dt="2025-12-05T19:45:14.102" v="4086" actId="26606"/>
          <ac:spMkLst>
            <pc:docMk/>
            <pc:sldMk cId="227738382" sldId="281"/>
            <ac:spMk id="10" creationId="{C0763A76-9F1C-4FC5-82B7-DD475DA461B2}"/>
          </ac:spMkLst>
        </pc:spChg>
        <pc:spChg chg="add del">
          <ac:chgData name="Sharon Tsukernik" userId="4b85f9774ff30eac" providerId="LiveId" clId="{234F80CC-A0E5-4DF7-A8FF-5AC8A23F0D83}" dt="2025-12-05T18:47:59.357" v="4066" actId="26606"/>
          <ac:spMkLst>
            <pc:docMk/>
            <pc:sldMk cId="227738382" sldId="281"/>
            <ac:spMk id="11" creationId="{603A6265-E10C-4B85-9C20-E75FCAF9CC63}"/>
          </ac:spMkLst>
        </pc:spChg>
        <pc:spChg chg="add del">
          <ac:chgData name="Sharon Tsukernik" userId="4b85f9774ff30eac" providerId="LiveId" clId="{234F80CC-A0E5-4DF7-A8FF-5AC8A23F0D83}" dt="2025-12-05T19:45:14.102" v="4086" actId="26606"/>
          <ac:spMkLst>
            <pc:docMk/>
            <pc:sldMk cId="227738382" sldId="281"/>
            <ac:spMk id="12" creationId="{E81BF4F6-F2CF-4984-9D14-D6966D92F99F}"/>
          </ac:spMkLst>
        </pc:spChg>
        <pc:spChg chg="add">
          <ac:chgData name="Sharon Tsukernik" userId="4b85f9774ff30eac" providerId="LiveId" clId="{234F80CC-A0E5-4DF7-A8FF-5AC8A23F0D83}" dt="2025-12-05T22:45:14.107" v="10339" actId="26606"/>
          <ac:spMkLst>
            <pc:docMk/>
            <pc:sldMk cId="227738382" sldId="281"/>
            <ac:spMk id="14" creationId="{074B4F7D-14B2-478B-8BF5-01E4E0C5D263}"/>
          </ac:spMkLst>
        </pc:spChg>
        <pc:spChg chg="add del">
          <ac:chgData name="Sharon Tsukernik" userId="4b85f9774ff30eac" providerId="LiveId" clId="{234F80CC-A0E5-4DF7-A8FF-5AC8A23F0D83}" dt="2025-12-05T19:45:16.574" v="4088" actId="26606"/>
          <ac:spMkLst>
            <pc:docMk/>
            <pc:sldMk cId="227738382" sldId="281"/>
            <ac:spMk id="15" creationId="{9F7D5CDA-D291-4307-BF55-1381FED29634}"/>
          </ac:spMkLst>
        </pc:spChg>
        <pc:spChg chg="add">
          <ac:chgData name="Sharon Tsukernik" userId="4b85f9774ff30eac" providerId="LiveId" clId="{234F80CC-A0E5-4DF7-A8FF-5AC8A23F0D83}" dt="2025-12-05T22:45:14.107" v="10339" actId="26606"/>
          <ac:spMkLst>
            <pc:docMk/>
            <pc:sldMk cId="227738382" sldId="281"/>
            <ac:spMk id="17" creationId="{DAF1966E-FD40-4A4A-B61B-C4DF7FA05F06}"/>
          </ac:spMkLst>
        </pc:spChg>
        <pc:spChg chg="add del">
          <ac:chgData name="Sharon Tsukernik" userId="4b85f9774ff30eac" providerId="LiveId" clId="{234F80CC-A0E5-4DF7-A8FF-5AC8A23F0D83}" dt="2025-12-05T19:45:20.690" v="4092" actId="26606"/>
          <ac:spMkLst>
            <pc:docMk/>
            <pc:sldMk cId="227738382" sldId="281"/>
            <ac:spMk id="18" creationId="{C0763A76-9F1C-4FC5-82B7-DD475DA461B2}"/>
          </ac:spMkLst>
        </pc:spChg>
        <pc:spChg chg="add del">
          <ac:chgData name="Sharon Tsukernik" userId="4b85f9774ff30eac" providerId="LiveId" clId="{234F80CC-A0E5-4DF7-A8FF-5AC8A23F0D83}" dt="2025-12-05T19:45:20.690" v="4092" actId="26606"/>
          <ac:spMkLst>
            <pc:docMk/>
            <pc:sldMk cId="227738382" sldId="281"/>
            <ac:spMk id="19" creationId="{E81BF4F6-F2CF-4984-9D14-D6966D92F99F}"/>
          </ac:spMkLst>
        </pc:spChg>
        <pc:spChg chg="add">
          <ac:chgData name="Sharon Tsukernik" userId="4b85f9774ff30eac" providerId="LiveId" clId="{234F80CC-A0E5-4DF7-A8FF-5AC8A23F0D83}" dt="2025-12-05T22:45:14.107" v="10339" actId="26606"/>
          <ac:spMkLst>
            <pc:docMk/>
            <pc:sldMk cId="227738382" sldId="281"/>
            <ac:spMk id="21" creationId="{047BFA19-D45E-416B-A404-7AF2F3F27017}"/>
          </ac:spMkLst>
        </pc:spChg>
        <pc:spChg chg="add">
          <ac:chgData name="Sharon Tsukernik" userId="4b85f9774ff30eac" providerId="LiveId" clId="{234F80CC-A0E5-4DF7-A8FF-5AC8A23F0D83}" dt="2025-12-05T22:45:14.107" v="10339" actId="26606"/>
          <ac:spMkLst>
            <pc:docMk/>
            <pc:sldMk cId="227738382" sldId="281"/>
            <ac:spMk id="22" creationId="{8E0105E7-23DB-4CF2-8258-FF47C7620F6E}"/>
          </ac:spMkLst>
        </pc:spChg>
        <pc:picChg chg="add del">
          <ac:chgData name="Sharon Tsukernik" userId="4b85f9774ff30eac" providerId="LiveId" clId="{234F80CC-A0E5-4DF7-A8FF-5AC8A23F0D83}" dt="2025-12-05T18:47:59.357" v="4066" actId="26606"/>
          <ac:picMkLst>
            <pc:docMk/>
            <pc:sldMk cId="227738382" sldId="281"/>
            <ac:picMk id="5" creationId="{EE1FC972-8D37-C5CD-99D7-08D6192499D7}"/>
          </ac:picMkLst>
        </pc:picChg>
        <pc:picChg chg="add del">
          <ac:chgData name="Sharon Tsukernik" userId="4b85f9774ff30eac" providerId="LiveId" clId="{234F80CC-A0E5-4DF7-A8FF-5AC8A23F0D83}" dt="2025-12-05T18:48:04.108" v="4068" actId="26606"/>
          <ac:picMkLst>
            <pc:docMk/>
            <pc:sldMk cId="227738382" sldId="281"/>
            <ac:picMk id="7" creationId="{EE1FC972-8D37-C5CD-99D7-08D6192499D7}"/>
          </ac:picMkLst>
        </pc:picChg>
        <pc:picChg chg="add del">
          <ac:chgData name="Sharon Tsukernik" userId="4b85f9774ff30eac" providerId="LiveId" clId="{234F80CC-A0E5-4DF7-A8FF-5AC8A23F0D83}" dt="2025-12-05T19:45:14.102" v="4086" actId="26606"/>
          <ac:picMkLst>
            <pc:docMk/>
            <pc:sldMk cId="227738382" sldId="281"/>
            <ac:picMk id="13" creationId="{1D775446-E387-86E3-D56A-41E705B1AD7B}"/>
          </ac:picMkLst>
        </pc:picChg>
        <pc:picChg chg="add del">
          <ac:chgData name="Sharon Tsukernik" userId="4b85f9774ff30eac" providerId="LiveId" clId="{234F80CC-A0E5-4DF7-A8FF-5AC8A23F0D83}" dt="2025-12-05T19:45:16.574" v="4088" actId="26606"/>
          <ac:picMkLst>
            <pc:docMk/>
            <pc:sldMk cId="227738382" sldId="281"/>
            <ac:picMk id="16" creationId="{C4164949-E623-BBF8-056C-EE9443211214}"/>
          </ac:picMkLst>
        </pc:picChg>
        <pc:picChg chg="add del mod">
          <ac:chgData name="Sharon Tsukernik" userId="4b85f9774ff30eac" providerId="LiveId" clId="{234F80CC-A0E5-4DF7-A8FF-5AC8A23F0D83}" dt="2025-12-05T19:45:20.690" v="4092" actId="26606"/>
          <ac:picMkLst>
            <pc:docMk/>
            <pc:sldMk cId="227738382" sldId="281"/>
            <ac:picMk id="20" creationId="{1D775446-E387-86E3-D56A-41E705B1AD7B}"/>
          </ac:picMkLst>
        </pc:picChg>
      </pc:sldChg>
      <pc:sldChg chg="addSp modSp new mod setBg">
        <pc:chgData name="Sharon Tsukernik" userId="4b85f9774ff30eac" providerId="LiveId" clId="{234F80CC-A0E5-4DF7-A8FF-5AC8A23F0D83}" dt="2025-12-05T23:24:27.819" v="10659" actId="27636"/>
        <pc:sldMkLst>
          <pc:docMk/>
          <pc:sldMk cId="2928924552" sldId="282"/>
        </pc:sldMkLst>
        <pc:spChg chg="mod">
          <ac:chgData name="Sharon Tsukernik" userId="4b85f9774ff30eac" providerId="LiveId" clId="{234F80CC-A0E5-4DF7-A8FF-5AC8A23F0D83}" dt="2025-12-05T22:46:10.395" v="10356" actId="26606"/>
          <ac:spMkLst>
            <pc:docMk/>
            <pc:sldMk cId="2928924552" sldId="282"/>
            <ac:spMk id="2" creationId="{8E890BC4-DD01-45B3-0E64-1586FA8B3A33}"/>
          </ac:spMkLst>
        </pc:spChg>
        <pc:spChg chg="mod">
          <ac:chgData name="Sharon Tsukernik" userId="4b85f9774ff30eac" providerId="LiveId" clId="{234F80CC-A0E5-4DF7-A8FF-5AC8A23F0D83}" dt="2025-12-05T23:24:27.819" v="10659" actId="27636"/>
          <ac:spMkLst>
            <pc:docMk/>
            <pc:sldMk cId="2928924552" sldId="282"/>
            <ac:spMk id="3" creationId="{66CE5E57-3E40-F430-4C43-AE1D445870B6}"/>
          </ac:spMkLst>
        </pc:spChg>
        <pc:spChg chg="add">
          <ac:chgData name="Sharon Tsukernik" userId="4b85f9774ff30eac" providerId="LiveId" clId="{234F80CC-A0E5-4DF7-A8FF-5AC8A23F0D83}" dt="2025-12-05T23:19:50.113" v="10622"/>
          <ac:spMkLst>
            <pc:docMk/>
            <pc:sldMk cId="2928924552" sldId="282"/>
            <ac:spMk id="4" creationId="{E6ED05A6-C6FB-6923-E818-7C14FDAC4900}"/>
          </ac:spMkLst>
        </pc:spChg>
        <pc:spChg chg="add">
          <ac:chgData name="Sharon Tsukernik" userId="4b85f9774ff30eac" providerId="LiveId" clId="{234F80CC-A0E5-4DF7-A8FF-5AC8A23F0D83}" dt="2025-12-05T23:22:05.155" v="10631"/>
          <ac:spMkLst>
            <pc:docMk/>
            <pc:sldMk cId="2928924552" sldId="282"/>
            <ac:spMk id="5" creationId="{BF243B27-9899-F9D6-DCB8-1193CAA874A1}"/>
          </ac:spMkLst>
        </pc:spChg>
        <pc:spChg chg="add">
          <ac:chgData name="Sharon Tsukernik" userId="4b85f9774ff30eac" providerId="LiveId" clId="{234F80CC-A0E5-4DF7-A8FF-5AC8A23F0D83}" dt="2025-12-05T23:23:49.515" v="10646"/>
          <ac:spMkLst>
            <pc:docMk/>
            <pc:sldMk cId="2928924552" sldId="282"/>
            <ac:spMk id="6" creationId="{36FAC655-5D75-CB4F-6CFD-D30EA8AC1BB6}"/>
          </ac:spMkLst>
        </pc:spChg>
        <pc:spChg chg="add">
          <ac:chgData name="Sharon Tsukernik" userId="4b85f9774ff30eac" providerId="LiveId" clId="{234F80CC-A0E5-4DF7-A8FF-5AC8A23F0D83}" dt="2025-12-05T22:46:10.395" v="10356" actId="26606"/>
          <ac:spMkLst>
            <pc:docMk/>
            <pc:sldMk cId="2928924552" sldId="282"/>
            <ac:spMk id="8" creationId="{DAF1966E-FD40-4A4A-B61B-C4DF7FA05F06}"/>
          </ac:spMkLst>
        </pc:spChg>
        <pc:spChg chg="add">
          <ac:chgData name="Sharon Tsukernik" userId="4b85f9774ff30eac" providerId="LiveId" clId="{234F80CC-A0E5-4DF7-A8FF-5AC8A23F0D83}" dt="2025-12-05T22:46:10.395" v="10356" actId="26606"/>
          <ac:spMkLst>
            <pc:docMk/>
            <pc:sldMk cId="2928924552" sldId="282"/>
            <ac:spMk id="10" creationId="{047BFA19-D45E-416B-A404-7AF2F3F27017}"/>
          </ac:spMkLst>
        </pc:spChg>
        <pc:spChg chg="add">
          <ac:chgData name="Sharon Tsukernik" userId="4b85f9774ff30eac" providerId="LiveId" clId="{234F80CC-A0E5-4DF7-A8FF-5AC8A23F0D83}" dt="2025-12-05T22:46:10.395" v="10356" actId="26606"/>
          <ac:spMkLst>
            <pc:docMk/>
            <pc:sldMk cId="2928924552" sldId="282"/>
            <ac:spMk id="12" creationId="{8E0105E7-23DB-4CF2-8258-FF47C7620F6E}"/>
          </ac:spMkLst>
        </pc:spChg>
        <pc:spChg chg="add">
          <ac:chgData name="Sharon Tsukernik" userId="4b85f9774ff30eac" providerId="LiveId" clId="{234F80CC-A0E5-4DF7-A8FF-5AC8A23F0D83}" dt="2025-12-05T22:46:10.395" v="10356" actId="26606"/>
          <ac:spMkLst>
            <pc:docMk/>
            <pc:sldMk cId="2928924552" sldId="282"/>
            <ac:spMk id="14" creationId="{074B4F7D-14B2-478B-8BF5-01E4E0C5D263}"/>
          </ac:spMkLst>
        </pc:spChg>
      </pc:sldChg>
      <pc:sldChg chg="addSp delSp modSp add mod">
        <pc:chgData name="Sharon Tsukernik" userId="4b85f9774ff30eac" providerId="LiveId" clId="{234F80CC-A0E5-4DF7-A8FF-5AC8A23F0D83}" dt="2025-12-05T23:25:56.015" v="10663" actId="1076"/>
        <pc:sldMkLst>
          <pc:docMk/>
          <pc:sldMk cId="3883739679" sldId="283"/>
        </pc:sldMkLst>
        <pc:spChg chg="mod">
          <ac:chgData name="Sharon Tsukernik" userId="4b85f9774ff30eac" providerId="LiveId" clId="{234F80CC-A0E5-4DF7-A8FF-5AC8A23F0D83}" dt="2025-12-05T22:25:37.571" v="9999" actId="255"/>
          <ac:spMkLst>
            <pc:docMk/>
            <pc:sldMk cId="3883739679" sldId="283"/>
            <ac:spMk id="2" creationId="{89AFD879-2886-DCEF-70FB-B1C5B4146375}"/>
          </ac:spMkLst>
        </pc:spChg>
        <pc:spChg chg="add del mod">
          <ac:chgData name="Sharon Tsukernik" userId="4b85f9774ff30eac" providerId="LiveId" clId="{234F80CC-A0E5-4DF7-A8FF-5AC8A23F0D83}" dt="2025-12-05T18:49:29.785" v="4079" actId="26606"/>
          <ac:spMkLst>
            <pc:docMk/>
            <pc:sldMk cId="3883739679" sldId="283"/>
            <ac:spMk id="3" creationId="{72F636B7-D867-CF37-8593-291086367897}"/>
          </ac:spMkLst>
        </pc:spChg>
        <pc:graphicFrameChg chg="add del">
          <ac:chgData name="Sharon Tsukernik" userId="4b85f9774ff30eac" providerId="LiveId" clId="{234F80CC-A0E5-4DF7-A8FF-5AC8A23F0D83}" dt="2025-12-05T18:48:23.848" v="4070" actId="26606"/>
          <ac:graphicFrameMkLst>
            <pc:docMk/>
            <pc:sldMk cId="3883739679" sldId="283"/>
            <ac:graphicFrameMk id="5" creationId="{B14AD0C4-D602-4089-E0AE-AFF48004C794}"/>
          </ac:graphicFrameMkLst>
        </pc:graphicFrameChg>
        <pc:graphicFrameChg chg="add del">
          <ac:chgData name="Sharon Tsukernik" userId="4b85f9774ff30eac" providerId="LiveId" clId="{234F80CC-A0E5-4DF7-A8FF-5AC8A23F0D83}" dt="2025-12-05T18:49:22.325" v="4072" actId="26606"/>
          <ac:graphicFrameMkLst>
            <pc:docMk/>
            <pc:sldMk cId="3883739679" sldId="283"/>
            <ac:graphicFrameMk id="6" creationId="{BE9DF6E3-8C00-62B1-DF48-788D995DEE95}"/>
          </ac:graphicFrameMkLst>
        </pc:graphicFrameChg>
        <pc:graphicFrameChg chg="add del">
          <ac:chgData name="Sharon Tsukernik" userId="4b85f9774ff30eac" providerId="LiveId" clId="{234F80CC-A0E5-4DF7-A8FF-5AC8A23F0D83}" dt="2025-12-05T18:49:26.161" v="4074" actId="26606"/>
          <ac:graphicFrameMkLst>
            <pc:docMk/>
            <pc:sldMk cId="3883739679" sldId="283"/>
            <ac:graphicFrameMk id="8" creationId="{B14AD0C4-D602-4089-E0AE-AFF48004C794}"/>
          </ac:graphicFrameMkLst>
        </pc:graphicFrameChg>
        <pc:graphicFrameChg chg="add del">
          <ac:chgData name="Sharon Tsukernik" userId="4b85f9774ff30eac" providerId="LiveId" clId="{234F80CC-A0E5-4DF7-A8FF-5AC8A23F0D83}" dt="2025-12-05T18:49:28.932" v="4076" actId="26606"/>
          <ac:graphicFrameMkLst>
            <pc:docMk/>
            <pc:sldMk cId="3883739679" sldId="283"/>
            <ac:graphicFrameMk id="10" creationId="{BE9DF6E3-8C00-62B1-DF48-788D995DEE95}"/>
          </ac:graphicFrameMkLst>
        </pc:graphicFrameChg>
        <pc:graphicFrameChg chg="add del">
          <ac:chgData name="Sharon Tsukernik" userId="4b85f9774ff30eac" providerId="LiveId" clId="{234F80CC-A0E5-4DF7-A8FF-5AC8A23F0D83}" dt="2025-12-05T18:49:29.729" v="4078" actId="26606"/>
          <ac:graphicFrameMkLst>
            <pc:docMk/>
            <pc:sldMk cId="3883739679" sldId="283"/>
            <ac:graphicFrameMk id="12" creationId="{B14AD0C4-D602-4089-E0AE-AFF48004C794}"/>
          </ac:graphicFrameMkLst>
        </pc:graphicFrameChg>
        <pc:graphicFrameChg chg="add mod modGraphic">
          <ac:chgData name="Sharon Tsukernik" userId="4b85f9774ff30eac" providerId="LiveId" clId="{234F80CC-A0E5-4DF7-A8FF-5AC8A23F0D83}" dt="2025-12-05T22:40:44.490" v="10268"/>
          <ac:graphicFrameMkLst>
            <pc:docMk/>
            <pc:sldMk cId="3883739679" sldId="283"/>
            <ac:graphicFrameMk id="14" creationId="{BE9DF6E3-8C00-62B1-DF48-788D995DEE95}"/>
          </ac:graphicFrameMkLst>
        </pc:graphicFrameChg>
        <pc:cxnChg chg="add mod">
          <ac:chgData name="Sharon Tsukernik" userId="4b85f9774ff30eac" providerId="LiveId" clId="{234F80CC-A0E5-4DF7-A8FF-5AC8A23F0D83}" dt="2025-12-05T23:25:56.015" v="10663" actId="1076"/>
          <ac:cxnSpMkLst>
            <pc:docMk/>
            <pc:sldMk cId="3883739679" sldId="283"/>
            <ac:cxnSpMk id="4" creationId="{F8316CB1-5B10-D4EC-E76B-A38151B1E45F}"/>
          </ac:cxnSpMkLst>
        </pc:cxnChg>
      </pc:sldChg>
      <pc:sldChg chg="addSp delSp modSp add mod setBg">
        <pc:chgData name="Sharon Tsukernik" userId="4b85f9774ff30eac" providerId="LiveId" clId="{234F80CC-A0E5-4DF7-A8FF-5AC8A23F0D83}" dt="2025-12-05T23:00:10.404" v="10590" actId="113"/>
        <pc:sldMkLst>
          <pc:docMk/>
          <pc:sldMk cId="703535006" sldId="284"/>
        </pc:sldMkLst>
        <pc:spChg chg="mod">
          <ac:chgData name="Sharon Tsukernik" userId="4b85f9774ff30eac" providerId="LiveId" clId="{234F80CC-A0E5-4DF7-A8FF-5AC8A23F0D83}" dt="2025-12-05T22:45:27.529" v="10340" actId="26606"/>
          <ac:spMkLst>
            <pc:docMk/>
            <pc:sldMk cId="703535006" sldId="284"/>
            <ac:spMk id="2" creationId="{2A9AA045-E53D-8605-E44E-7CB7BE16FF56}"/>
          </ac:spMkLst>
        </pc:spChg>
        <pc:spChg chg="add del mod">
          <ac:chgData name="Sharon Tsukernik" userId="4b85f9774ff30eac" providerId="LiveId" clId="{234F80CC-A0E5-4DF7-A8FF-5AC8A23F0D83}" dt="2025-12-05T23:00:10.404" v="10590" actId="113"/>
          <ac:spMkLst>
            <pc:docMk/>
            <pc:sldMk cId="703535006" sldId="284"/>
            <ac:spMk id="3" creationId="{0631CD92-0B39-0BE9-FC60-299768FE238C}"/>
          </ac:spMkLst>
        </pc:spChg>
        <pc:spChg chg="add">
          <ac:chgData name="Sharon Tsukernik" userId="4b85f9774ff30eac" providerId="LiveId" clId="{234F80CC-A0E5-4DF7-A8FF-5AC8A23F0D83}" dt="2025-12-05T22:45:27.529" v="10340" actId="26606"/>
          <ac:spMkLst>
            <pc:docMk/>
            <pc:sldMk cId="703535006" sldId="284"/>
            <ac:spMk id="8" creationId="{DAF1966E-FD40-4A4A-B61B-C4DF7FA05F06}"/>
          </ac:spMkLst>
        </pc:spChg>
        <pc:spChg chg="add">
          <ac:chgData name="Sharon Tsukernik" userId="4b85f9774ff30eac" providerId="LiveId" clId="{234F80CC-A0E5-4DF7-A8FF-5AC8A23F0D83}" dt="2025-12-05T22:45:27.529" v="10340" actId="26606"/>
          <ac:spMkLst>
            <pc:docMk/>
            <pc:sldMk cId="703535006" sldId="284"/>
            <ac:spMk id="10" creationId="{047BFA19-D45E-416B-A404-7AF2F3F27017}"/>
          </ac:spMkLst>
        </pc:spChg>
        <pc:spChg chg="add">
          <ac:chgData name="Sharon Tsukernik" userId="4b85f9774ff30eac" providerId="LiveId" clId="{234F80CC-A0E5-4DF7-A8FF-5AC8A23F0D83}" dt="2025-12-05T22:45:27.529" v="10340" actId="26606"/>
          <ac:spMkLst>
            <pc:docMk/>
            <pc:sldMk cId="703535006" sldId="284"/>
            <ac:spMk id="12" creationId="{8E0105E7-23DB-4CF2-8258-FF47C7620F6E}"/>
          </ac:spMkLst>
        </pc:spChg>
        <pc:spChg chg="add">
          <ac:chgData name="Sharon Tsukernik" userId="4b85f9774ff30eac" providerId="LiveId" clId="{234F80CC-A0E5-4DF7-A8FF-5AC8A23F0D83}" dt="2025-12-05T22:45:27.529" v="10340" actId="26606"/>
          <ac:spMkLst>
            <pc:docMk/>
            <pc:sldMk cId="703535006" sldId="284"/>
            <ac:spMk id="14" creationId="{074B4F7D-14B2-478B-8BF5-01E4E0C5D263}"/>
          </ac:spMkLst>
        </pc:spChg>
        <pc:graphicFrameChg chg="add del">
          <ac:chgData name="Sharon Tsukernik" userId="4b85f9774ff30eac" providerId="LiveId" clId="{234F80CC-A0E5-4DF7-A8FF-5AC8A23F0D83}" dt="2025-12-05T19:46:59.238" v="4094" actId="26606"/>
          <ac:graphicFrameMkLst>
            <pc:docMk/>
            <pc:sldMk cId="703535006" sldId="284"/>
            <ac:graphicFrameMk id="5" creationId="{D6BF7DF8-44FC-7BC2-6875-F3621BAEC8D8}"/>
          </ac:graphicFrameMkLst>
        </pc:graphicFrameChg>
      </pc:sldChg>
      <pc:sldChg chg="addSp delSp modSp add mod setBg">
        <pc:chgData name="Sharon Tsukernik" userId="4b85f9774ff30eac" providerId="LiveId" clId="{234F80CC-A0E5-4DF7-A8FF-5AC8A23F0D83}" dt="2025-12-05T23:25:38.477" v="10660" actId="20577"/>
        <pc:sldMkLst>
          <pc:docMk/>
          <pc:sldMk cId="2308341884" sldId="285"/>
        </pc:sldMkLst>
        <pc:spChg chg="mod">
          <ac:chgData name="Sharon Tsukernik" userId="4b85f9774ff30eac" providerId="LiveId" clId="{234F80CC-A0E5-4DF7-A8FF-5AC8A23F0D83}" dt="2025-12-05T23:25:38.477" v="10660" actId="20577"/>
          <ac:spMkLst>
            <pc:docMk/>
            <pc:sldMk cId="2308341884" sldId="285"/>
            <ac:spMk id="2" creationId="{CB7D24C8-BE1E-B2E5-C740-4C7A260F6D6B}"/>
          </ac:spMkLst>
        </pc:spChg>
        <pc:spChg chg="mod">
          <ac:chgData name="Sharon Tsukernik" userId="4b85f9774ff30eac" providerId="LiveId" clId="{234F80CC-A0E5-4DF7-A8FF-5AC8A23F0D83}" dt="2025-12-05T22:55:06.826" v="10504" actId="207"/>
          <ac:spMkLst>
            <pc:docMk/>
            <pc:sldMk cId="2308341884" sldId="285"/>
            <ac:spMk id="3" creationId="{ABB8BD9C-9C3D-058F-BBF5-1D0E625BCD59}"/>
          </ac:spMkLst>
        </pc:spChg>
        <pc:spChg chg="add">
          <ac:chgData name="Sharon Tsukernik" userId="4b85f9774ff30eac" providerId="LiveId" clId="{234F80CC-A0E5-4DF7-A8FF-5AC8A23F0D83}" dt="2025-12-05T22:45:31.120" v="10341" actId="26606"/>
          <ac:spMkLst>
            <pc:docMk/>
            <pc:sldMk cId="2308341884" sldId="285"/>
            <ac:spMk id="8" creationId="{DAF1966E-FD40-4A4A-B61B-C4DF7FA05F06}"/>
          </ac:spMkLst>
        </pc:spChg>
        <pc:spChg chg="add del">
          <ac:chgData name="Sharon Tsukernik" userId="4b85f9774ff30eac" providerId="LiveId" clId="{234F80CC-A0E5-4DF7-A8FF-5AC8A23F0D83}" dt="2025-12-05T19:47:18.359" v="4096" actId="26606"/>
          <ac:spMkLst>
            <pc:docMk/>
            <pc:sldMk cId="2308341884" sldId="285"/>
            <ac:spMk id="9" creationId="{C0763A76-9F1C-4FC5-82B7-DD475DA461B2}"/>
          </ac:spMkLst>
        </pc:spChg>
        <pc:spChg chg="add">
          <ac:chgData name="Sharon Tsukernik" userId="4b85f9774ff30eac" providerId="LiveId" clId="{234F80CC-A0E5-4DF7-A8FF-5AC8A23F0D83}" dt="2025-12-05T22:45:31.120" v="10341" actId="26606"/>
          <ac:spMkLst>
            <pc:docMk/>
            <pc:sldMk cId="2308341884" sldId="285"/>
            <ac:spMk id="10" creationId="{047BFA19-D45E-416B-A404-7AF2F3F27017}"/>
          </ac:spMkLst>
        </pc:spChg>
        <pc:spChg chg="add del">
          <ac:chgData name="Sharon Tsukernik" userId="4b85f9774ff30eac" providerId="LiveId" clId="{234F80CC-A0E5-4DF7-A8FF-5AC8A23F0D83}" dt="2025-12-05T19:47:18.359" v="4096" actId="26606"/>
          <ac:spMkLst>
            <pc:docMk/>
            <pc:sldMk cId="2308341884" sldId="285"/>
            <ac:spMk id="11" creationId="{E81BF4F6-F2CF-4984-9D14-D6966D92F99F}"/>
          </ac:spMkLst>
        </pc:spChg>
        <pc:spChg chg="add">
          <ac:chgData name="Sharon Tsukernik" userId="4b85f9774ff30eac" providerId="LiveId" clId="{234F80CC-A0E5-4DF7-A8FF-5AC8A23F0D83}" dt="2025-12-05T22:45:31.120" v="10341" actId="26606"/>
          <ac:spMkLst>
            <pc:docMk/>
            <pc:sldMk cId="2308341884" sldId="285"/>
            <ac:spMk id="12" creationId="{8E0105E7-23DB-4CF2-8258-FF47C7620F6E}"/>
          </ac:spMkLst>
        </pc:spChg>
        <pc:spChg chg="add">
          <ac:chgData name="Sharon Tsukernik" userId="4b85f9774ff30eac" providerId="LiveId" clId="{234F80CC-A0E5-4DF7-A8FF-5AC8A23F0D83}" dt="2025-12-05T22:45:31.120" v="10341" actId="26606"/>
          <ac:spMkLst>
            <pc:docMk/>
            <pc:sldMk cId="2308341884" sldId="285"/>
            <ac:spMk id="14" creationId="{074B4F7D-14B2-478B-8BF5-01E4E0C5D263}"/>
          </ac:spMkLst>
        </pc:spChg>
        <pc:picChg chg="add del">
          <ac:chgData name="Sharon Tsukernik" userId="4b85f9774ff30eac" providerId="LiveId" clId="{234F80CC-A0E5-4DF7-A8FF-5AC8A23F0D83}" dt="2025-12-05T19:47:18.359" v="4096" actId="26606"/>
          <ac:picMkLst>
            <pc:docMk/>
            <pc:sldMk cId="2308341884" sldId="285"/>
            <ac:picMk id="5" creationId="{19EF7B66-AA6F-6F87-AF32-1F010F69C1CD}"/>
          </ac:picMkLst>
        </pc:picChg>
      </pc:sldChg>
      <pc:sldChg chg="modSp add del mod">
        <pc:chgData name="Sharon Tsukernik" userId="4b85f9774ff30eac" providerId="LiveId" clId="{234F80CC-A0E5-4DF7-A8FF-5AC8A23F0D83}" dt="2025-12-05T18:45:20.553" v="4053" actId="47"/>
        <pc:sldMkLst>
          <pc:docMk/>
          <pc:sldMk cId="4002155238" sldId="286"/>
        </pc:sldMkLst>
        <pc:spChg chg="mod">
          <ac:chgData name="Sharon Tsukernik" userId="4b85f9774ff30eac" providerId="LiveId" clId="{234F80CC-A0E5-4DF7-A8FF-5AC8A23F0D83}" dt="2025-12-05T18:26:35.671" v="3106" actId="20577"/>
          <ac:spMkLst>
            <pc:docMk/>
            <pc:sldMk cId="4002155238" sldId="286"/>
            <ac:spMk id="2" creationId="{7EB7EF42-3B1E-1295-1C27-E870D93BABE5}"/>
          </ac:spMkLst>
        </pc:spChg>
        <pc:spChg chg="mod">
          <ac:chgData name="Sharon Tsukernik" userId="4b85f9774ff30eac" providerId="LiveId" clId="{234F80CC-A0E5-4DF7-A8FF-5AC8A23F0D83}" dt="2025-12-05T18:32:25.191" v="3240" actId="14100"/>
          <ac:spMkLst>
            <pc:docMk/>
            <pc:sldMk cId="4002155238" sldId="286"/>
            <ac:spMk id="3" creationId="{04153AB6-EA79-49BF-C485-0B042ACD1FAF}"/>
          </ac:spMkLst>
        </pc:spChg>
      </pc:sldChg>
      <pc:sldChg chg="addSp modSp add mod setBg">
        <pc:chgData name="Sharon Tsukernik" userId="4b85f9774ff30eac" providerId="LiveId" clId="{234F80CC-A0E5-4DF7-A8FF-5AC8A23F0D83}" dt="2025-12-05T23:25:43.502" v="10661" actId="20577"/>
        <pc:sldMkLst>
          <pc:docMk/>
          <pc:sldMk cId="1582484781" sldId="287"/>
        </pc:sldMkLst>
        <pc:spChg chg="mod">
          <ac:chgData name="Sharon Tsukernik" userId="4b85f9774ff30eac" providerId="LiveId" clId="{234F80CC-A0E5-4DF7-A8FF-5AC8A23F0D83}" dt="2025-12-05T23:25:43.502" v="10661" actId="20577"/>
          <ac:spMkLst>
            <pc:docMk/>
            <pc:sldMk cId="1582484781" sldId="287"/>
            <ac:spMk id="2" creationId="{3425E7E7-57D3-223E-C554-561F0C5CCEE8}"/>
          </ac:spMkLst>
        </pc:spChg>
        <pc:spChg chg="mod">
          <ac:chgData name="Sharon Tsukernik" userId="4b85f9774ff30eac" providerId="LiveId" clId="{234F80CC-A0E5-4DF7-A8FF-5AC8A23F0D83}" dt="2025-12-05T22:55:17.967" v="10509" actId="207"/>
          <ac:spMkLst>
            <pc:docMk/>
            <pc:sldMk cId="1582484781" sldId="287"/>
            <ac:spMk id="3" creationId="{B78F1632-4629-8A55-7DED-E24F00A6E805}"/>
          </ac:spMkLst>
        </pc:spChg>
        <pc:spChg chg="add">
          <ac:chgData name="Sharon Tsukernik" userId="4b85f9774ff30eac" providerId="LiveId" clId="{234F80CC-A0E5-4DF7-A8FF-5AC8A23F0D83}" dt="2025-12-05T18:37:14.366" v="3529"/>
          <ac:spMkLst>
            <pc:docMk/>
            <pc:sldMk cId="1582484781" sldId="287"/>
            <ac:spMk id="4" creationId="{96E7205B-00FE-0983-98CD-761FF2698DEE}"/>
          </ac:spMkLst>
        </pc:spChg>
        <pc:spChg chg="add">
          <ac:chgData name="Sharon Tsukernik" userId="4b85f9774ff30eac" providerId="LiveId" clId="{234F80CC-A0E5-4DF7-A8FF-5AC8A23F0D83}" dt="2025-12-05T22:45:35.684" v="10342" actId="26606"/>
          <ac:spMkLst>
            <pc:docMk/>
            <pc:sldMk cId="1582484781" sldId="287"/>
            <ac:spMk id="8" creationId="{DAF1966E-FD40-4A4A-B61B-C4DF7FA05F06}"/>
          </ac:spMkLst>
        </pc:spChg>
        <pc:spChg chg="add">
          <ac:chgData name="Sharon Tsukernik" userId="4b85f9774ff30eac" providerId="LiveId" clId="{234F80CC-A0E5-4DF7-A8FF-5AC8A23F0D83}" dt="2025-12-05T22:45:35.684" v="10342" actId="26606"/>
          <ac:spMkLst>
            <pc:docMk/>
            <pc:sldMk cId="1582484781" sldId="287"/>
            <ac:spMk id="10" creationId="{047BFA19-D45E-416B-A404-7AF2F3F27017}"/>
          </ac:spMkLst>
        </pc:spChg>
        <pc:spChg chg="add">
          <ac:chgData name="Sharon Tsukernik" userId="4b85f9774ff30eac" providerId="LiveId" clId="{234F80CC-A0E5-4DF7-A8FF-5AC8A23F0D83}" dt="2025-12-05T22:45:35.684" v="10342" actId="26606"/>
          <ac:spMkLst>
            <pc:docMk/>
            <pc:sldMk cId="1582484781" sldId="287"/>
            <ac:spMk id="12" creationId="{8E0105E7-23DB-4CF2-8258-FF47C7620F6E}"/>
          </ac:spMkLst>
        </pc:spChg>
        <pc:spChg chg="add">
          <ac:chgData name="Sharon Tsukernik" userId="4b85f9774ff30eac" providerId="LiveId" clId="{234F80CC-A0E5-4DF7-A8FF-5AC8A23F0D83}" dt="2025-12-05T22:45:35.684" v="10342" actId="26606"/>
          <ac:spMkLst>
            <pc:docMk/>
            <pc:sldMk cId="1582484781" sldId="287"/>
            <ac:spMk id="14" creationId="{074B4F7D-14B2-478B-8BF5-01E4E0C5D263}"/>
          </ac:spMkLst>
        </pc:spChg>
      </pc:sldChg>
      <pc:sldChg chg="addSp delSp modSp new mod setBg">
        <pc:chgData name="Sharon Tsukernik" userId="4b85f9774ff30eac" providerId="LiveId" clId="{234F80CC-A0E5-4DF7-A8FF-5AC8A23F0D83}" dt="2025-12-05T22:55:44.768" v="10521" actId="113"/>
        <pc:sldMkLst>
          <pc:docMk/>
          <pc:sldMk cId="2688899433" sldId="288"/>
        </pc:sldMkLst>
        <pc:spChg chg="mod">
          <ac:chgData name="Sharon Tsukernik" userId="4b85f9774ff30eac" providerId="LiveId" clId="{234F80CC-A0E5-4DF7-A8FF-5AC8A23F0D83}" dt="2025-12-05T22:45:48.204" v="10347" actId="26606"/>
          <ac:spMkLst>
            <pc:docMk/>
            <pc:sldMk cId="2688899433" sldId="288"/>
            <ac:spMk id="2" creationId="{4B121104-9264-627C-ED3F-351ECD0F3294}"/>
          </ac:spMkLst>
        </pc:spChg>
        <pc:spChg chg="mod">
          <ac:chgData name="Sharon Tsukernik" userId="4b85f9774ff30eac" providerId="LiveId" clId="{234F80CC-A0E5-4DF7-A8FF-5AC8A23F0D83}" dt="2025-12-05T22:55:44.768" v="10521" actId="113"/>
          <ac:spMkLst>
            <pc:docMk/>
            <pc:sldMk cId="2688899433" sldId="288"/>
            <ac:spMk id="3" creationId="{0FDE1E5B-11D2-19C4-0AC4-4D9C07900BE1}"/>
          </ac:spMkLst>
        </pc:spChg>
        <pc:spChg chg="add del">
          <ac:chgData name="Sharon Tsukernik" userId="4b85f9774ff30eac" providerId="LiveId" clId="{234F80CC-A0E5-4DF7-A8FF-5AC8A23F0D83}" dt="2025-12-05T22:45:48.204" v="10347" actId="26606"/>
          <ac:spMkLst>
            <pc:docMk/>
            <pc:sldMk cId="2688899433" sldId="288"/>
            <ac:spMk id="5" creationId="{E777E57D-6A88-4B5B-A068-2BA7FF4E8CCA}"/>
          </ac:spMkLst>
        </pc:spChg>
        <pc:spChg chg="add del">
          <ac:chgData name="Sharon Tsukernik" userId="4b85f9774ff30eac" providerId="LiveId" clId="{234F80CC-A0E5-4DF7-A8FF-5AC8A23F0D83}" dt="2025-12-05T22:45:48.204" v="10347" actId="26606"/>
          <ac:spMkLst>
            <pc:docMk/>
            <pc:sldMk cId="2688899433" sldId="288"/>
            <ac:spMk id="6" creationId="{F7117410-A2A4-4085-9ADC-46744551DBDE}"/>
          </ac:spMkLst>
        </pc:spChg>
        <pc:spChg chg="add del">
          <ac:chgData name="Sharon Tsukernik" userId="4b85f9774ff30eac" providerId="LiveId" clId="{234F80CC-A0E5-4DF7-A8FF-5AC8A23F0D83}" dt="2025-12-05T22:45:45.234" v="10344" actId="26606"/>
          <ac:spMkLst>
            <pc:docMk/>
            <pc:sldMk cId="2688899433" sldId="288"/>
            <ac:spMk id="8" creationId="{100EDD19-6802-4EC3-95CE-CFFAB042CFD6}"/>
          </ac:spMkLst>
        </pc:spChg>
        <pc:spChg chg="add del">
          <ac:chgData name="Sharon Tsukernik" userId="4b85f9774ff30eac" providerId="LiveId" clId="{234F80CC-A0E5-4DF7-A8FF-5AC8A23F0D83}" dt="2025-12-05T22:45:45.234" v="10344" actId="26606"/>
          <ac:spMkLst>
            <pc:docMk/>
            <pc:sldMk cId="2688899433" sldId="288"/>
            <ac:spMk id="10" creationId="{DB17E863-922E-4C26-BD64-E8FD41D28661}"/>
          </ac:spMkLst>
        </pc:spChg>
        <pc:spChg chg="add del">
          <ac:chgData name="Sharon Tsukernik" userId="4b85f9774ff30eac" providerId="LiveId" clId="{234F80CC-A0E5-4DF7-A8FF-5AC8A23F0D83}" dt="2025-12-05T22:45:48.204" v="10347" actId="26606"/>
          <ac:spMkLst>
            <pc:docMk/>
            <pc:sldMk cId="2688899433" sldId="288"/>
            <ac:spMk id="12" creationId="{99F74EB5-E547-4FB4-95F5-BCC788F3C4A0}"/>
          </ac:spMkLst>
        </pc:spChg>
        <pc:cxnChg chg="add mod">
          <ac:chgData name="Sharon Tsukernik" userId="4b85f9774ff30eac" providerId="LiveId" clId="{234F80CC-A0E5-4DF7-A8FF-5AC8A23F0D83}" dt="2025-12-05T22:47:28.405" v="10373" actId="208"/>
          <ac:cxnSpMkLst>
            <pc:docMk/>
            <pc:sldMk cId="2688899433" sldId="288"/>
            <ac:cxnSpMk id="7" creationId="{FFAA9D5A-0D9D-B483-8473-9DD0B7792E9C}"/>
          </ac:cxnSpMkLst>
        </pc:cxnChg>
      </pc:sldChg>
      <pc:sldChg chg="addSp delSp modSp add mod ord">
        <pc:chgData name="Sharon Tsukernik" userId="4b85f9774ff30eac" providerId="LiveId" clId="{234F80CC-A0E5-4DF7-A8FF-5AC8A23F0D83}" dt="2025-12-05T22:31:40.300" v="10126" actId="255"/>
        <pc:sldMkLst>
          <pc:docMk/>
          <pc:sldMk cId="4214124811" sldId="289"/>
        </pc:sldMkLst>
        <pc:spChg chg="mod">
          <ac:chgData name="Sharon Tsukernik" userId="4b85f9774ff30eac" providerId="LiveId" clId="{234F80CC-A0E5-4DF7-A8FF-5AC8A23F0D83}" dt="2025-12-05T22:31:37.671" v="10125" actId="14100"/>
          <ac:spMkLst>
            <pc:docMk/>
            <pc:sldMk cId="4214124811" sldId="289"/>
            <ac:spMk id="2" creationId="{6F8B5E66-F92E-119B-3C34-6F0F4DD509FC}"/>
          </ac:spMkLst>
        </pc:spChg>
        <pc:spChg chg="mod">
          <ac:chgData name="Sharon Tsukernik" userId="4b85f9774ff30eac" providerId="LiveId" clId="{234F80CC-A0E5-4DF7-A8FF-5AC8A23F0D83}" dt="2025-12-05T22:31:40.300" v="10126" actId="255"/>
          <ac:spMkLst>
            <pc:docMk/>
            <pc:sldMk cId="4214124811" sldId="289"/>
            <ac:spMk id="3" creationId="{C78303CC-AF0A-DF7F-F988-32EFFB5B1E90}"/>
          </ac:spMkLst>
        </pc:spChg>
        <pc:picChg chg="add mod">
          <ac:chgData name="Sharon Tsukernik" userId="4b85f9774ff30eac" providerId="LiveId" clId="{234F80CC-A0E5-4DF7-A8FF-5AC8A23F0D83}" dt="2025-12-05T20:38:18.059" v="5199" actId="1076"/>
          <ac:picMkLst>
            <pc:docMk/>
            <pc:sldMk cId="4214124811" sldId="289"/>
            <ac:picMk id="4" creationId="{616D2814-DB56-38DC-4DB3-CF6A3ADFB8A6}"/>
          </ac:picMkLst>
        </pc:picChg>
        <pc:picChg chg="del">
          <ac:chgData name="Sharon Tsukernik" userId="4b85f9774ff30eac" providerId="LiveId" clId="{234F80CC-A0E5-4DF7-A8FF-5AC8A23F0D83}" dt="2025-12-05T20:38:10.106" v="5195" actId="478"/>
          <ac:picMkLst>
            <pc:docMk/>
            <pc:sldMk cId="4214124811" sldId="289"/>
            <ac:picMk id="13" creationId="{8158AA4C-BB1A-A6D2-8363-790A0A70E1DD}"/>
          </ac:picMkLst>
        </pc:picChg>
      </pc:sldChg>
      <pc:sldChg chg="addSp delSp modSp add mod">
        <pc:chgData name="Sharon Tsukernik" userId="4b85f9774ff30eac" providerId="LiveId" clId="{234F80CC-A0E5-4DF7-A8FF-5AC8A23F0D83}" dt="2025-12-05T22:31:53.142" v="10129" actId="14100"/>
        <pc:sldMkLst>
          <pc:docMk/>
          <pc:sldMk cId="4279902522" sldId="290"/>
        </pc:sldMkLst>
        <pc:spChg chg="mod">
          <ac:chgData name="Sharon Tsukernik" userId="4b85f9774ff30eac" providerId="LiveId" clId="{234F80CC-A0E5-4DF7-A8FF-5AC8A23F0D83}" dt="2025-12-05T22:31:53.142" v="10129" actId="14100"/>
          <ac:spMkLst>
            <pc:docMk/>
            <pc:sldMk cId="4279902522" sldId="290"/>
            <ac:spMk id="2" creationId="{E6AA5506-CB4E-7D62-AF35-F028C96BFA50}"/>
          </ac:spMkLst>
        </pc:spChg>
        <pc:spChg chg="mod">
          <ac:chgData name="Sharon Tsukernik" userId="4b85f9774ff30eac" providerId="LiveId" clId="{234F80CC-A0E5-4DF7-A8FF-5AC8A23F0D83}" dt="2025-12-05T22:31:50.459" v="10128" actId="255"/>
          <ac:spMkLst>
            <pc:docMk/>
            <pc:sldMk cId="4279902522" sldId="290"/>
            <ac:spMk id="3" creationId="{3DEE082E-BD8D-E31E-B154-F74DF45D7F27}"/>
          </ac:spMkLst>
        </pc:spChg>
        <pc:picChg chg="del">
          <ac:chgData name="Sharon Tsukernik" userId="4b85f9774ff30eac" providerId="LiveId" clId="{234F80CC-A0E5-4DF7-A8FF-5AC8A23F0D83}" dt="2025-12-05T20:38:40.157" v="5207" actId="478"/>
          <ac:picMkLst>
            <pc:docMk/>
            <pc:sldMk cId="4279902522" sldId="290"/>
            <ac:picMk id="4" creationId="{F5A92735-CD14-D682-A66F-2593157045F6}"/>
          </ac:picMkLst>
        </pc:picChg>
        <pc:picChg chg="add mod">
          <ac:chgData name="Sharon Tsukernik" userId="4b85f9774ff30eac" providerId="LiveId" clId="{234F80CC-A0E5-4DF7-A8FF-5AC8A23F0D83}" dt="2025-12-05T20:38:48.125" v="5210" actId="1076"/>
          <ac:picMkLst>
            <pc:docMk/>
            <pc:sldMk cId="4279902522" sldId="290"/>
            <ac:picMk id="5" creationId="{67CEFC08-6DF9-2E74-84E2-80390B4A8ADE}"/>
          </ac:picMkLst>
        </pc:picChg>
      </pc:sldChg>
      <pc:sldChg chg="addSp delSp modSp add mod ord">
        <pc:chgData name="Sharon Tsukernik" userId="4b85f9774ff30eac" providerId="LiveId" clId="{234F80CC-A0E5-4DF7-A8FF-5AC8A23F0D83}" dt="2025-12-05T22:32:50.061" v="10142" actId="255"/>
        <pc:sldMkLst>
          <pc:docMk/>
          <pc:sldMk cId="1789864664" sldId="291"/>
        </pc:sldMkLst>
        <pc:spChg chg="mod">
          <ac:chgData name="Sharon Tsukernik" userId="4b85f9774ff30eac" providerId="LiveId" clId="{234F80CC-A0E5-4DF7-A8FF-5AC8A23F0D83}" dt="2025-12-05T20:42:06.932" v="5233" actId="20577"/>
          <ac:spMkLst>
            <pc:docMk/>
            <pc:sldMk cId="1789864664" sldId="291"/>
            <ac:spMk id="2" creationId="{5F5C6856-34AC-8648-4CC5-0307DA7C6E9E}"/>
          </ac:spMkLst>
        </pc:spChg>
        <pc:spChg chg="add del mod">
          <ac:chgData name="Sharon Tsukernik" userId="4b85f9774ff30eac" providerId="LiveId" clId="{234F80CC-A0E5-4DF7-A8FF-5AC8A23F0D83}" dt="2025-12-05T22:32:50.061" v="10142" actId="255"/>
          <ac:spMkLst>
            <pc:docMk/>
            <pc:sldMk cId="1789864664" sldId="291"/>
            <ac:spMk id="3" creationId="{DDE0E56F-1E63-0B18-1D8E-6909743E7545}"/>
          </ac:spMkLst>
        </pc:spChg>
        <pc:spChg chg="add del">
          <ac:chgData name="Sharon Tsukernik" userId="4b85f9774ff30eac" providerId="LiveId" clId="{234F80CC-A0E5-4DF7-A8FF-5AC8A23F0D83}" dt="2025-12-05T21:06:56.759" v="6301" actId="22"/>
          <ac:spMkLst>
            <pc:docMk/>
            <pc:sldMk cId="1789864664" sldId="291"/>
            <ac:spMk id="7" creationId="{6D80B247-8339-759B-EA11-0A39BBF1E7A9}"/>
          </ac:spMkLst>
        </pc:spChg>
        <pc:spChg chg="add mod">
          <ac:chgData name="Sharon Tsukernik" userId="4b85f9774ff30eac" providerId="LiveId" clId="{234F80CC-A0E5-4DF7-A8FF-5AC8A23F0D83}" dt="2025-12-05T22:32:46.332" v="10141" actId="255"/>
          <ac:spMkLst>
            <pc:docMk/>
            <pc:sldMk cId="1789864664" sldId="291"/>
            <ac:spMk id="8" creationId="{EA3A404A-A3E7-74C8-B531-41C40EFA41EB}"/>
          </ac:spMkLst>
        </pc:spChg>
        <pc:spChg chg="add del">
          <ac:chgData name="Sharon Tsukernik" userId="4b85f9774ff30eac" providerId="LiveId" clId="{234F80CC-A0E5-4DF7-A8FF-5AC8A23F0D83}" dt="2025-12-05T20:41:54.065" v="5228" actId="26606"/>
          <ac:spMkLst>
            <pc:docMk/>
            <pc:sldMk cId="1789864664" sldId="291"/>
            <ac:spMk id="34" creationId="{43914183-164A-D67C-501D-FEB1EA57580F}"/>
          </ac:spMkLst>
        </pc:spChg>
        <pc:spChg chg="add del">
          <ac:chgData name="Sharon Tsukernik" userId="4b85f9774ff30eac" providerId="LiveId" clId="{234F80CC-A0E5-4DF7-A8FF-5AC8A23F0D83}" dt="2025-12-05T20:41:54.065" v="5228" actId="26606"/>
          <ac:spMkLst>
            <pc:docMk/>
            <pc:sldMk cId="1789864664" sldId="291"/>
            <ac:spMk id="37" creationId="{46139AF6-4E7C-1CF2-C13A-4CCF6A93F096}"/>
          </ac:spMkLst>
        </pc:spChg>
        <pc:spChg chg="add del">
          <ac:chgData name="Sharon Tsukernik" userId="4b85f9774ff30eac" providerId="LiveId" clId="{234F80CC-A0E5-4DF7-A8FF-5AC8A23F0D83}" dt="2025-12-05T20:41:54.065" v="5228" actId="26606"/>
          <ac:spMkLst>
            <pc:docMk/>
            <pc:sldMk cId="1789864664" sldId="291"/>
            <ac:spMk id="45" creationId="{AC2B276C-E449-FFA8-BE6E-78543DB46D31}"/>
          </ac:spMkLst>
        </pc:spChg>
        <pc:spChg chg="add del">
          <ac:chgData name="Sharon Tsukernik" userId="4b85f9774ff30eac" providerId="LiveId" clId="{234F80CC-A0E5-4DF7-A8FF-5AC8A23F0D83}" dt="2025-12-05T20:41:54.065" v="5228" actId="26606"/>
          <ac:spMkLst>
            <pc:docMk/>
            <pc:sldMk cId="1789864664" sldId="291"/>
            <ac:spMk id="50" creationId="{69D47016-023F-44BD-981C-50E7A10A6609}"/>
          </ac:spMkLst>
        </pc:spChg>
        <pc:spChg chg="add del">
          <ac:chgData name="Sharon Tsukernik" userId="4b85f9774ff30eac" providerId="LiveId" clId="{234F80CC-A0E5-4DF7-A8FF-5AC8A23F0D83}" dt="2025-12-05T20:41:54.065" v="5228" actId="26606"/>
          <ac:spMkLst>
            <pc:docMk/>
            <pc:sldMk cId="1789864664" sldId="291"/>
            <ac:spMk id="52" creationId="{6D8B37B0-0682-433E-BC8D-498C04ABD9A7}"/>
          </ac:spMkLst>
        </pc:spChg>
        <pc:picChg chg="add mod">
          <ac:chgData name="Sharon Tsukernik" userId="4b85f9774ff30eac" providerId="LiveId" clId="{234F80CC-A0E5-4DF7-A8FF-5AC8A23F0D83}" dt="2025-12-05T20:42:04.448" v="5232" actId="1076"/>
          <ac:picMkLst>
            <pc:docMk/>
            <pc:sldMk cId="1789864664" sldId="291"/>
            <ac:picMk id="4" creationId="{9F6A2FAB-31DE-E2EA-E85E-B8118B6F6F5E}"/>
          </ac:picMkLst>
        </pc:picChg>
        <pc:picChg chg="del mod ord">
          <ac:chgData name="Sharon Tsukernik" userId="4b85f9774ff30eac" providerId="LiveId" clId="{234F80CC-A0E5-4DF7-A8FF-5AC8A23F0D83}" dt="2025-12-05T20:41:55.718" v="5229" actId="478"/>
          <ac:picMkLst>
            <pc:docMk/>
            <pc:sldMk cId="1789864664" sldId="291"/>
            <ac:picMk id="5" creationId="{51DBA3F8-C397-6D9B-414B-9D1304F0ED99}"/>
          </ac:picMkLst>
        </pc:picChg>
      </pc:sldChg>
      <pc:sldChg chg="addSp delSp modSp add mod">
        <pc:chgData name="Sharon Tsukernik" userId="4b85f9774ff30eac" providerId="LiveId" clId="{234F80CC-A0E5-4DF7-A8FF-5AC8A23F0D83}" dt="2025-12-05T22:32:57.831" v="10145" actId="255"/>
        <pc:sldMkLst>
          <pc:docMk/>
          <pc:sldMk cId="106646466" sldId="292"/>
        </pc:sldMkLst>
        <pc:spChg chg="mod">
          <ac:chgData name="Sharon Tsukernik" userId="4b85f9774ff30eac" providerId="LiveId" clId="{234F80CC-A0E5-4DF7-A8FF-5AC8A23F0D83}" dt="2025-12-05T21:08:09.502" v="6312" actId="1076"/>
          <ac:spMkLst>
            <pc:docMk/>
            <pc:sldMk cId="106646466" sldId="292"/>
            <ac:spMk id="2" creationId="{CF52A945-249F-9008-9B37-D04EA68C2A9E}"/>
          </ac:spMkLst>
        </pc:spChg>
        <pc:spChg chg="mod">
          <ac:chgData name="Sharon Tsukernik" userId="4b85f9774ff30eac" providerId="LiveId" clId="{234F80CC-A0E5-4DF7-A8FF-5AC8A23F0D83}" dt="2025-12-05T22:32:57.831" v="10145" actId="255"/>
          <ac:spMkLst>
            <pc:docMk/>
            <pc:sldMk cId="106646466" sldId="292"/>
            <ac:spMk id="3" creationId="{3AA04651-CFF2-459F-0E9E-828EF044B060}"/>
          </ac:spMkLst>
        </pc:spChg>
        <pc:spChg chg="add mod">
          <ac:chgData name="Sharon Tsukernik" userId="4b85f9774ff30eac" providerId="LiveId" clId="{234F80CC-A0E5-4DF7-A8FF-5AC8A23F0D83}" dt="2025-12-05T22:32:54.308" v="10144" actId="27636"/>
          <ac:spMkLst>
            <pc:docMk/>
            <pc:sldMk cId="106646466" sldId="292"/>
            <ac:spMk id="6" creationId="{D12DEE4E-CD77-838E-CBB2-95CBF0F9A770}"/>
          </ac:spMkLst>
        </pc:spChg>
        <pc:spChg chg="add mod">
          <ac:chgData name="Sharon Tsukernik" userId="4b85f9774ff30eac" providerId="LiveId" clId="{234F80CC-A0E5-4DF7-A8FF-5AC8A23F0D83}" dt="2025-12-05T21:07:29.038" v="6305"/>
          <ac:spMkLst>
            <pc:docMk/>
            <pc:sldMk cId="106646466" sldId="292"/>
            <ac:spMk id="7" creationId="{4C1328B8-17B4-0A65-C28A-27EEF3555E27}"/>
          </ac:spMkLst>
        </pc:spChg>
        <pc:spChg chg="add mod">
          <ac:chgData name="Sharon Tsukernik" userId="4b85f9774ff30eac" providerId="LiveId" clId="{234F80CC-A0E5-4DF7-A8FF-5AC8A23F0D83}" dt="2025-12-05T21:07:32.587" v="6306"/>
          <ac:spMkLst>
            <pc:docMk/>
            <pc:sldMk cId="106646466" sldId="292"/>
            <ac:spMk id="8" creationId="{174D66C1-71BC-A066-C323-53DE95AB3BFF}"/>
          </ac:spMkLst>
        </pc:spChg>
        <pc:picChg chg="del">
          <ac:chgData name="Sharon Tsukernik" userId="4b85f9774ff30eac" providerId="LiveId" clId="{234F80CC-A0E5-4DF7-A8FF-5AC8A23F0D83}" dt="2025-12-05T20:42:36.521" v="5247" actId="478"/>
          <ac:picMkLst>
            <pc:docMk/>
            <pc:sldMk cId="106646466" sldId="292"/>
            <ac:picMk id="4" creationId="{AAEE1F96-592F-A123-FDAF-5767693A06EA}"/>
          </ac:picMkLst>
        </pc:picChg>
        <pc:picChg chg="add mod">
          <ac:chgData name="Sharon Tsukernik" userId="4b85f9774ff30eac" providerId="LiveId" clId="{234F80CC-A0E5-4DF7-A8FF-5AC8A23F0D83}" dt="2025-12-05T20:42:49.051" v="5254" actId="1076"/>
          <ac:picMkLst>
            <pc:docMk/>
            <pc:sldMk cId="106646466" sldId="292"/>
            <ac:picMk id="5" creationId="{39BA3F9E-E7B7-A3E2-AB34-2B2DD594B497}"/>
          </ac:picMkLst>
        </pc:picChg>
      </pc:sldChg>
      <pc:sldChg chg="addSp modSp new mod setBg">
        <pc:chgData name="Sharon Tsukernik" userId="4b85f9774ff30eac" providerId="LiveId" clId="{234F80CC-A0E5-4DF7-A8FF-5AC8A23F0D83}" dt="2025-12-05T23:09:37.017" v="10603"/>
        <pc:sldMkLst>
          <pc:docMk/>
          <pc:sldMk cId="655652470" sldId="293"/>
        </pc:sldMkLst>
        <pc:spChg chg="mod">
          <ac:chgData name="Sharon Tsukernik" userId="4b85f9774ff30eac" providerId="LiveId" clId="{234F80CC-A0E5-4DF7-A8FF-5AC8A23F0D83}" dt="2025-12-05T22:46:01.384" v="10353" actId="26606"/>
          <ac:spMkLst>
            <pc:docMk/>
            <pc:sldMk cId="655652470" sldId="293"/>
            <ac:spMk id="2" creationId="{3B9AC7EF-15CF-59A4-779A-436D7BB1FB31}"/>
          </ac:spMkLst>
        </pc:spChg>
        <pc:spChg chg="mod">
          <ac:chgData name="Sharon Tsukernik" userId="4b85f9774ff30eac" providerId="LiveId" clId="{234F80CC-A0E5-4DF7-A8FF-5AC8A23F0D83}" dt="2025-12-05T23:09:37.017" v="10603"/>
          <ac:spMkLst>
            <pc:docMk/>
            <pc:sldMk cId="655652470" sldId="293"/>
            <ac:spMk id="3" creationId="{4F7EBF70-E330-1C3A-DD4F-6B9FB9670EEA}"/>
          </ac:spMkLst>
        </pc:spChg>
        <pc:spChg chg="add">
          <ac:chgData name="Sharon Tsukernik" userId="4b85f9774ff30eac" providerId="LiveId" clId="{234F80CC-A0E5-4DF7-A8FF-5AC8A23F0D83}" dt="2025-12-05T22:46:01.384" v="10353" actId="26606"/>
          <ac:spMkLst>
            <pc:docMk/>
            <pc:sldMk cId="655652470" sldId="293"/>
            <ac:spMk id="8" creationId="{DAF1966E-FD40-4A4A-B61B-C4DF7FA05F06}"/>
          </ac:spMkLst>
        </pc:spChg>
        <pc:spChg chg="add">
          <ac:chgData name="Sharon Tsukernik" userId="4b85f9774ff30eac" providerId="LiveId" clId="{234F80CC-A0E5-4DF7-A8FF-5AC8A23F0D83}" dt="2025-12-05T22:46:01.384" v="10353" actId="26606"/>
          <ac:spMkLst>
            <pc:docMk/>
            <pc:sldMk cId="655652470" sldId="293"/>
            <ac:spMk id="10" creationId="{047BFA19-D45E-416B-A404-7AF2F3F27017}"/>
          </ac:spMkLst>
        </pc:spChg>
        <pc:spChg chg="add">
          <ac:chgData name="Sharon Tsukernik" userId="4b85f9774ff30eac" providerId="LiveId" clId="{234F80CC-A0E5-4DF7-A8FF-5AC8A23F0D83}" dt="2025-12-05T22:46:01.384" v="10353" actId="26606"/>
          <ac:spMkLst>
            <pc:docMk/>
            <pc:sldMk cId="655652470" sldId="293"/>
            <ac:spMk id="12" creationId="{8E0105E7-23DB-4CF2-8258-FF47C7620F6E}"/>
          </ac:spMkLst>
        </pc:spChg>
        <pc:spChg chg="add">
          <ac:chgData name="Sharon Tsukernik" userId="4b85f9774ff30eac" providerId="LiveId" clId="{234F80CC-A0E5-4DF7-A8FF-5AC8A23F0D83}" dt="2025-12-05T22:46:01.384" v="10353" actId="26606"/>
          <ac:spMkLst>
            <pc:docMk/>
            <pc:sldMk cId="655652470" sldId="293"/>
            <ac:spMk id="14" creationId="{074B4F7D-14B2-478B-8BF5-01E4E0C5D263}"/>
          </ac:spMkLst>
        </pc:spChg>
      </pc:sldChg>
      <pc:sldChg chg="addSp modSp add mod ord">
        <pc:chgData name="Sharon Tsukernik" userId="4b85f9774ff30eac" providerId="LiveId" clId="{234F80CC-A0E5-4DF7-A8FF-5AC8A23F0D83}" dt="2025-12-05T22:55:52.154" v="10525" actId="113"/>
        <pc:sldMkLst>
          <pc:docMk/>
          <pc:sldMk cId="234287938" sldId="294"/>
        </pc:sldMkLst>
        <pc:spChg chg="mod">
          <ac:chgData name="Sharon Tsukernik" userId="4b85f9774ff30eac" providerId="LiveId" clId="{234F80CC-A0E5-4DF7-A8FF-5AC8A23F0D83}" dt="2025-12-05T22:32:23.245" v="10137" actId="255"/>
          <ac:spMkLst>
            <pc:docMk/>
            <pc:sldMk cId="234287938" sldId="294"/>
            <ac:spMk id="2" creationId="{A4F5FC7A-4605-F829-53B1-ECCC93EA52F2}"/>
          </ac:spMkLst>
        </pc:spChg>
        <pc:spChg chg="mod">
          <ac:chgData name="Sharon Tsukernik" userId="4b85f9774ff30eac" providerId="LiveId" clId="{234F80CC-A0E5-4DF7-A8FF-5AC8A23F0D83}" dt="2025-12-05T22:55:52.154" v="10525" actId="113"/>
          <ac:spMkLst>
            <pc:docMk/>
            <pc:sldMk cId="234287938" sldId="294"/>
            <ac:spMk id="3" creationId="{D0B7DB59-0CAD-BDEF-99FA-22491FD55215}"/>
          </ac:spMkLst>
        </pc:spChg>
        <pc:cxnChg chg="add mod">
          <ac:chgData name="Sharon Tsukernik" userId="4b85f9774ff30eac" providerId="LiveId" clId="{234F80CC-A0E5-4DF7-A8FF-5AC8A23F0D83}" dt="2025-12-05T22:47:40.634" v="10375" actId="1076"/>
          <ac:cxnSpMkLst>
            <pc:docMk/>
            <pc:sldMk cId="234287938" sldId="294"/>
            <ac:cxnSpMk id="4" creationId="{7C8510AD-4787-1E1C-24F5-55A82F651D2E}"/>
          </ac:cxnSpMkLst>
        </pc:cxnChg>
      </pc:sldChg>
      <pc:sldChg chg="addSp modSp add mod ord">
        <pc:chgData name="Sharon Tsukernik" userId="4b85f9774ff30eac" providerId="LiveId" clId="{234F80CC-A0E5-4DF7-A8FF-5AC8A23F0D83}" dt="2025-12-05T22:55:58.621" v="10529" actId="113"/>
        <pc:sldMkLst>
          <pc:docMk/>
          <pc:sldMk cId="3354039772" sldId="295"/>
        </pc:sldMkLst>
        <pc:spChg chg="mod">
          <ac:chgData name="Sharon Tsukernik" userId="4b85f9774ff30eac" providerId="LiveId" clId="{234F80CC-A0E5-4DF7-A8FF-5AC8A23F0D83}" dt="2025-12-05T22:47:50.555" v="10377" actId="1076"/>
          <ac:spMkLst>
            <pc:docMk/>
            <pc:sldMk cId="3354039772" sldId="295"/>
            <ac:spMk id="2" creationId="{07F259C7-60A1-C768-1428-4196DA9C2104}"/>
          </ac:spMkLst>
        </pc:spChg>
        <pc:spChg chg="mod">
          <ac:chgData name="Sharon Tsukernik" userId="4b85f9774ff30eac" providerId="LiveId" clId="{234F80CC-A0E5-4DF7-A8FF-5AC8A23F0D83}" dt="2025-12-05T22:55:58.621" v="10529" actId="113"/>
          <ac:spMkLst>
            <pc:docMk/>
            <pc:sldMk cId="3354039772" sldId="295"/>
            <ac:spMk id="3" creationId="{1DD66264-F2A5-B722-7919-332AD3E0AD6D}"/>
          </ac:spMkLst>
        </pc:spChg>
        <pc:cxnChg chg="add mod">
          <ac:chgData name="Sharon Tsukernik" userId="4b85f9774ff30eac" providerId="LiveId" clId="{234F80CC-A0E5-4DF7-A8FF-5AC8A23F0D83}" dt="2025-12-05T22:47:45.874" v="10376"/>
          <ac:cxnSpMkLst>
            <pc:docMk/>
            <pc:sldMk cId="3354039772" sldId="295"/>
            <ac:cxnSpMk id="4" creationId="{FEBA770E-0538-10BB-DC76-35D81217DE86}"/>
          </ac:cxnSpMkLst>
        </pc:cxnChg>
      </pc:sldChg>
      <pc:sldChg chg="addSp delSp modSp add mod ord setBg">
        <pc:chgData name="Sharon Tsukernik" userId="4b85f9774ff30eac" providerId="LiveId" clId="{234F80CC-A0E5-4DF7-A8FF-5AC8A23F0D83}" dt="2025-12-05T22:56:09.507" v="10535" actId="113"/>
        <pc:sldMkLst>
          <pc:docMk/>
          <pc:sldMk cId="2989796111" sldId="296"/>
        </pc:sldMkLst>
        <pc:spChg chg="mod">
          <ac:chgData name="Sharon Tsukernik" userId="4b85f9774ff30eac" providerId="LiveId" clId="{234F80CC-A0E5-4DF7-A8FF-5AC8A23F0D83}" dt="2025-12-05T22:45:58.322" v="10352" actId="26606"/>
          <ac:spMkLst>
            <pc:docMk/>
            <pc:sldMk cId="2989796111" sldId="296"/>
            <ac:spMk id="2" creationId="{080AD6C0-3758-D450-119E-A4699C047E7C}"/>
          </ac:spMkLst>
        </pc:spChg>
        <pc:spChg chg="mod">
          <ac:chgData name="Sharon Tsukernik" userId="4b85f9774ff30eac" providerId="LiveId" clId="{234F80CC-A0E5-4DF7-A8FF-5AC8A23F0D83}" dt="2025-12-05T22:56:09.507" v="10535" actId="113"/>
          <ac:spMkLst>
            <pc:docMk/>
            <pc:sldMk cId="2989796111" sldId="296"/>
            <ac:spMk id="3" creationId="{053BF5BA-8FAF-9EF4-285D-0561ED4564DA}"/>
          </ac:spMkLst>
        </pc:spChg>
        <pc:spChg chg="add del">
          <ac:chgData name="Sharon Tsukernik" userId="4b85f9774ff30eac" providerId="LiveId" clId="{234F80CC-A0E5-4DF7-A8FF-5AC8A23F0D83}" dt="2025-12-05T22:45:58.306" v="10351" actId="26606"/>
          <ac:spMkLst>
            <pc:docMk/>
            <pc:sldMk cId="2989796111" sldId="296"/>
            <ac:spMk id="5" creationId="{2029D5AD-8348-4446-B191-6A9B6FE03F21}"/>
          </ac:spMkLst>
        </pc:spChg>
        <pc:spChg chg="add del">
          <ac:chgData name="Sharon Tsukernik" userId="4b85f9774ff30eac" providerId="LiveId" clId="{234F80CC-A0E5-4DF7-A8FF-5AC8A23F0D83}" dt="2025-12-05T22:45:58.306" v="10351" actId="26606"/>
          <ac:spMkLst>
            <pc:docMk/>
            <pc:sldMk cId="2989796111" sldId="296"/>
            <ac:spMk id="6" creationId="{A3F395A2-2B64-4749-BD93-2F159C7E1FB5}"/>
          </ac:spMkLst>
        </pc:spChg>
        <pc:spChg chg="add del">
          <ac:chgData name="Sharon Tsukernik" userId="4b85f9774ff30eac" providerId="LiveId" clId="{234F80CC-A0E5-4DF7-A8FF-5AC8A23F0D83}" dt="2025-12-05T22:45:58.306" v="10351" actId="26606"/>
          <ac:spMkLst>
            <pc:docMk/>
            <pc:sldMk cId="2989796111" sldId="296"/>
            <ac:spMk id="7" creationId="{5CF0135B-EAB8-4CA0-896C-2D897ECD28BC}"/>
          </ac:spMkLst>
        </pc:spChg>
        <pc:spChg chg="add del">
          <ac:chgData name="Sharon Tsukernik" userId="4b85f9774ff30eac" providerId="LiveId" clId="{234F80CC-A0E5-4DF7-A8FF-5AC8A23F0D83}" dt="2025-12-05T22:45:55.155" v="10349" actId="26606"/>
          <ac:spMkLst>
            <pc:docMk/>
            <pc:sldMk cId="2989796111" sldId="296"/>
            <ac:spMk id="8" creationId="{DAF1966E-FD40-4A4A-B61B-C4DF7FA05F06}"/>
          </ac:spMkLst>
        </pc:spChg>
        <pc:spChg chg="add del">
          <ac:chgData name="Sharon Tsukernik" userId="4b85f9774ff30eac" providerId="LiveId" clId="{234F80CC-A0E5-4DF7-A8FF-5AC8A23F0D83}" dt="2025-12-05T22:45:58.306" v="10351" actId="26606"/>
          <ac:spMkLst>
            <pc:docMk/>
            <pc:sldMk cId="2989796111" sldId="296"/>
            <ac:spMk id="9" creationId="{92C3387C-D24F-4737-8A37-1DC5CFF09CFA}"/>
          </ac:spMkLst>
        </pc:spChg>
        <pc:spChg chg="add del">
          <ac:chgData name="Sharon Tsukernik" userId="4b85f9774ff30eac" providerId="LiveId" clId="{234F80CC-A0E5-4DF7-A8FF-5AC8A23F0D83}" dt="2025-12-05T22:45:55.155" v="10349" actId="26606"/>
          <ac:spMkLst>
            <pc:docMk/>
            <pc:sldMk cId="2989796111" sldId="296"/>
            <ac:spMk id="10" creationId="{047BFA19-D45E-416B-A404-7AF2F3F27017}"/>
          </ac:spMkLst>
        </pc:spChg>
        <pc:spChg chg="add">
          <ac:chgData name="Sharon Tsukernik" userId="4b85f9774ff30eac" providerId="LiveId" clId="{234F80CC-A0E5-4DF7-A8FF-5AC8A23F0D83}" dt="2025-12-05T22:45:58.322" v="10352" actId="26606"/>
          <ac:spMkLst>
            <pc:docMk/>
            <pc:sldMk cId="2989796111" sldId="296"/>
            <ac:spMk id="11" creationId="{DAF1966E-FD40-4A4A-B61B-C4DF7FA05F06}"/>
          </ac:spMkLst>
        </pc:spChg>
        <pc:spChg chg="add del">
          <ac:chgData name="Sharon Tsukernik" userId="4b85f9774ff30eac" providerId="LiveId" clId="{234F80CC-A0E5-4DF7-A8FF-5AC8A23F0D83}" dt="2025-12-05T22:45:55.155" v="10349" actId="26606"/>
          <ac:spMkLst>
            <pc:docMk/>
            <pc:sldMk cId="2989796111" sldId="296"/>
            <ac:spMk id="12" creationId="{8E0105E7-23DB-4CF2-8258-FF47C7620F6E}"/>
          </ac:spMkLst>
        </pc:spChg>
        <pc:spChg chg="add">
          <ac:chgData name="Sharon Tsukernik" userId="4b85f9774ff30eac" providerId="LiveId" clId="{234F80CC-A0E5-4DF7-A8FF-5AC8A23F0D83}" dt="2025-12-05T22:45:58.322" v="10352" actId="26606"/>
          <ac:spMkLst>
            <pc:docMk/>
            <pc:sldMk cId="2989796111" sldId="296"/>
            <ac:spMk id="13" creationId="{047BFA19-D45E-416B-A404-7AF2F3F27017}"/>
          </ac:spMkLst>
        </pc:spChg>
        <pc:spChg chg="add del">
          <ac:chgData name="Sharon Tsukernik" userId="4b85f9774ff30eac" providerId="LiveId" clId="{234F80CC-A0E5-4DF7-A8FF-5AC8A23F0D83}" dt="2025-12-05T22:45:55.155" v="10349" actId="26606"/>
          <ac:spMkLst>
            <pc:docMk/>
            <pc:sldMk cId="2989796111" sldId="296"/>
            <ac:spMk id="14" creationId="{074B4F7D-14B2-478B-8BF5-01E4E0C5D263}"/>
          </ac:spMkLst>
        </pc:spChg>
        <pc:spChg chg="add">
          <ac:chgData name="Sharon Tsukernik" userId="4b85f9774ff30eac" providerId="LiveId" clId="{234F80CC-A0E5-4DF7-A8FF-5AC8A23F0D83}" dt="2025-12-05T22:45:58.322" v="10352" actId="26606"/>
          <ac:spMkLst>
            <pc:docMk/>
            <pc:sldMk cId="2989796111" sldId="296"/>
            <ac:spMk id="15" creationId="{8E0105E7-23DB-4CF2-8258-FF47C7620F6E}"/>
          </ac:spMkLst>
        </pc:spChg>
        <pc:spChg chg="add">
          <ac:chgData name="Sharon Tsukernik" userId="4b85f9774ff30eac" providerId="LiveId" clId="{234F80CC-A0E5-4DF7-A8FF-5AC8A23F0D83}" dt="2025-12-05T22:45:58.322" v="10352" actId="26606"/>
          <ac:spMkLst>
            <pc:docMk/>
            <pc:sldMk cId="2989796111" sldId="296"/>
            <ac:spMk id="16" creationId="{074B4F7D-14B2-478B-8BF5-01E4E0C5D263}"/>
          </ac:spMkLst>
        </pc:spChg>
      </pc:sldChg>
      <pc:sldChg chg="addSp modSp add mod setBg">
        <pc:chgData name="Sharon Tsukernik" userId="4b85f9774ff30eac" providerId="LiveId" clId="{234F80CC-A0E5-4DF7-A8FF-5AC8A23F0D83}" dt="2025-12-05T23:03:06.145" v="10596" actId="20577"/>
        <pc:sldMkLst>
          <pc:docMk/>
          <pc:sldMk cId="4294443395" sldId="297"/>
        </pc:sldMkLst>
        <pc:spChg chg="mod">
          <ac:chgData name="Sharon Tsukernik" userId="4b85f9774ff30eac" providerId="LiveId" clId="{234F80CC-A0E5-4DF7-A8FF-5AC8A23F0D83}" dt="2025-12-05T22:46:04.171" v="10354" actId="26606"/>
          <ac:spMkLst>
            <pc:docMk/>
            <pc:sldMk cId="4294443395" sldId="297"/>
            <ac:spMk id="2" creationId="{40D65752-47CB-B863-B704-B44C1EE3BBB2}"/>
          </ac:spMkLst>
        </pc:spChg>
        <pc:spChg chg="mod">
          <ac:chgData name="Sharon Tsukernik" userId="4b85f9774ff30eac" providerId="LiveId" clId="{234F80CC-A0E5-4DF7-A8FF-5AC8A23F0D83}" dt="2025-12-05T23:03:06.145" v="10596" actId="20577"/>
          <ac:spMkLst>
            <pc:docMk/>
            <pc:sldMk cId="4294443395" sldId="297"/>
            <ac:spMk id="3" creationId="{6D4F33E0-CE60-EA31-C84E-77BD5377859A}"/>
          </ac:spMkLst>
        </pc:spChg>
        <pc:spChg chg="add">
          <ac:chgData name="Sharon Tsukernik" userId="4b85f9774ff30eac" providerId="LiveId" clId="{234F80CC-A0E5-4DF7-A8FF-5AC8A23F0D83}" dt="2025-12-05T22:46:04.171" v="10354" actId="26606"/>
          <ac:spMkLst>
            <pc:docMk/>
            <pc:sldMk cId="4294443395" sldId="297"/>
            <ac:spMk id="8" creationId="{DAF1966E-FD40-4A4A-B61B-C4DF7FA05F06}"/>
          </ac:spMkLst>
        </pc:spChg>
        <pc:spChg chg="add">
          <ac:chgData name="Sharon Tsukernik" userId="4b85f9774ff30eac" providerId="LiveId" clId="{234F80CC-A0E5-4DF7-A8FF-5AC8A23F0D83}" dt="2025-12-05T22:46:04.171" v="10354" actId="26606"/>
          <ac:spMkLst>
            <pc:docMk/>
            <pc:sldMk cId="4294443395" sldId="297"/>
            <ac:spMk id="10" creationId="{047BFA19-D45E-416B-A404-7AF2F3F27017}"/>
          </ac:spMkLst>
        </pc:spChg>
        <pc:spChg chg="add">
          <ac:chgData name="Sharon Tsukernik" userId="4b85f9774ff30eac" providerId="LiveId" clId="{234F80CC-A0E5-4DF7-A8FF-5AC8A23F0D83}" dt="2025-12-05T22:46:04.171" v="10354" actId="26606"/>
          <ac:spMkLst>
            <pc:docMk/>
            <pc:sldMk cId="4294443395" sldId="297"/>
            <ac:spMk id="12" creationId="{8E0105E7-23DB-4CF2-8258-FF47C7620F6E}"/>
          </ac:spMkLst>
        </pc:spChg>
        <pc:spChg chg="add">
          <ac:chgData name="Sharon Tsukernik" userId="4b85f9774ff30eac" providerId="LiveId" clId="{234F80CC-A0E5-4DF7-A8FF-5AC8A23F0D83}" dt="2025-12-05T22:46:04.171" v="10354" actId="26606"/>
          <ac:spMkLst>
            <pc:docMk/>
            <pc:sldMk cId="4294443395" sldId="297"/>
            <ac:spMk id="14" creationId="{074B4F7D-14B2-478B-8BF5-01E4E0C5D263}"/>
          </ac:spMkLst>
        </pc:spChg>
      </pc:sldChg>
      <pc:sldChg chg="addSp modSp add mod setBg">
        <pc:chgData name="Sharon Tsukernik" userId="4b85f9774ff30eac" providerId="LiveId" clId="{234F80CC-A0E5-4DF7-A8FF-5AC8A23F0D83}" dt="2025-12-05T22:48:53.959" v="10399" actId="403"/>
        <pc:sldMkLst>
          <pc:docMk/>
          <pc:sldMk cId="444740317" sldId="298"/>
        </pc:sldMkLst>
        <pc:spChg chg="mod">
          <ac:chgData name="Sharon Tsukernik" userId="4b85f9774ff30eac" providerId="LiveId" clId="{234F80CC-A0E5-4DF7-A8FF-5AC8A23F0D83}" dt="2025-12-05T22:46:07.424" v="10355" actId="26606"/>
          <ac:spMkLst>
            <pc:docMk/>
            <pc:sldMk cId="444740317" sldId="298"/>
            <ac:spMk id="2" creationId="{983E4881-16FE-A299-E5F2-C2EE910ECB6F}"/>
          </ac:spMkLst>
        </pc:spChg>
        <pc:spChg chg="mod">
          <ac:chgData name="Sharon Tsukernik" userId="4b85f9774ff30eac" providerId="LiveId" clId="{234F80CC-A0E5-4DF7-A8FF-5AC8A23F0D83}" dt="2025-12-05T22:48:53.959" v="10399" actId="403"/>
          <ac:spMkLst>
            <pc:docMk/>
            <pc:sldMk cId="444740317" sldId="298"/>
            <ac:spMk id="3" creationId="{D7C15071-94FB-301A-FABD-38C78DBE984C}"/>
          </ac:spMkLst>
        </pc:spChg>
        <pc:spChg chg="add">
          <ac:chgData name="Sharon Tsukernik" userId="4b85f9774ff30eac" providerId="LiveId" clId="{234F80CC-A0E5-4DF7-A8FF-5AC8A23F0D83}" dt="2025-12-05T22:46:07.424" v="10355" actId="26606"/>
          <ac:spMkLst>
            <pc:docMk/>
            <pc:sldMk cId="444740317" sldId="298"/>
            <ac:spMk id="8" creationId="{DAF1966E-FD40-4A4A-B61B-C4DF7FA05F06}"/>
          </ac:spMkLst>
        </pc:spChg>
        <pc:spChg chg="add">
          <ac:chgData name="Sharon Tsukernik" userId="4b85f9774ff30eac" providerId="LiveId" clId="{234F80CC-A0E5-4DF7-A8FF-5AC8A23F0D83}" dt="2025-12-05T22:46:07.424" v="10355" actId="26606"/>
          <ac:spMkLst>
            <pc:docMk/>
            <pc:sldMk cId="444740317" sldId="298"/>
            <ac:spMk id="10" creationId="{047BFA19-D45E-416B-A404-7AF2F3F27017}"/>
          </ac:spMkLst>
        </pc:spChg>
        <pc:spChg chg="add">
          <ac:chgData name="Sharon Tsukernik" userId="4b85f9774ff30eac" providerId="LiveId" clId="{234F80CC-A0E5-4DF7-A8FF-5AC8A23F0D83}" dt="2025-12-05T22:46:07.424" v="10355" actId="26606"/>
          <ac:spMkLst>
            <pc:docMk/>
            <pc:sldMk cId="444740317" sldId="298"/>
            <ac:spMk id="12" creationId="{8E0105E7-23DB-4CF2-8258-FF47C7620F6E}"/>
          </ac:spMkLst>
        </pc:spChg>
        <pc:spChg chg="add">
          <ac:chgData name="Sharon Tsukernik" userId="4b85f9774ff30eac" providerId="LiveId" clId="{234F80CC-A0E5-4DF7-A8FF-5AC8A23F0D83}" dt="2025-12-05T22:46:07.424" v="10355" actId="26606"/>
          <ac:spMkLst>
            <pc:docMk/>
            <pc:sldMk cId="444740317" sldId="298"/>
            <ac:spMk id="14" creationId="{074B4F7D-14B2-478B-8BF5-01E4E0C5D263}"/>
          </ac:spMkLst>
        </pc:spChg>
      </pc:sldChg>
      <pc:sldChg chg="new del">
        <pc:chgData name="Sharon Tsukernik" userId="4b85f9774ff30eac" providerId="LiveId" clId="{234F80CC-A0E5-4DF7-A8FF-5AC8A23F0D83}" dt="2025-12-05T22:29:41.920" v="10084" actId="47"/>
        <pc:sldMkLst>
          <pc:docMk/>
          <pc:sldMk cId="289405640" sldId="299"/>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B3FECC-B90E-4B93-9268-772988058F57}"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4758A280-F0B4-430A-ACDD-5BB504352180}">
      <dgm:prSet custT="1"/>
      <dgm:spPr/>
      <dgm:t>
        <a:bodyPr/>
        <a:lstStyle/>
        <a:p>
          <a:pPr>
            <a:lnSpc>
              <a:spcPct val="100000"/>
            </a:lnSpc>
            <a:defRPr b="1"/>
          </a:pPr>
          <a:r>
            <a:rPr lang="en-US" sz="1800" dirty="0"/>
            <a:t>Most DNA barcoding studies focus on species-level identification, and less attention is given to:</a:t>
          </a:r>
        </a:p>
      </dgm:t>
    </dgm:pt>
    <dgm:pt modelId="{AD577F74-5E71-4143-AE1E-3A20C8EF4114}" type="parTrans" cxnId="{D048D814-7424-43AA-9CF5-F45C6EFFDCDB}">
      <dgm:prSet/>
      <dgm:spPr/>
      <dgm:t>
        <a:bodyPr/>
        <a:lstStyle/>
        <a:p>
          <a:endParaRPr lang="en-US"/>
        </a:p>
      </dgm:t>
    </dgm:pt>
    <dgm:pt modelId="{1494BC30-1896-4BA8-A579-7CD5532F7691}" type="sibTrans" cxnId="{D048D814-7424-43AA-9CF5-F45C6EFFDCDB}">
      <dgm:prSet/>
      <dgm:spPr/>
      <dgm:t>
        <a:bodyPr/>
        <a:lstStyle/>
        <a:p>
          <a:endParaRPr lang="en-US"/>
        </a:p>
      </dgm:t>
    </dgm:pt>
    <dgm:pt modelId="{C2AF8DE0-0110-4C09-89DC-72251866CF3D}">
      <dgm:prSet custT="1"/>
      <dgm:spPr/>
      <dgm:t>
        <a:bodyPr/>
        <a:lstStyle/>
        <a:p>
          <a:pPr>
            <a:lnSpc>
              <a:spcPct val="100000"/>
            </a:lnSpc>
          </a:pPr>
          <a:r>
            <a:rPr lang="en-US" sz="1800" dirty="0"/>
            <a:t>Higher taxonomic classifications like subfamilies</a:t>
          </a:r>
        </a:p>
      </dgm:t>
    </dgm:pt>
    <dgm:pt modelId="{7D5A0007-121C-49F1-8DBA-3A2E6BC76069}" type="parTrans" cxnId="{39E3A7AE-86E9-4C4E-9A9A-D085C4FB8965}">
      <dgm:prSet/>
      <dgm:spPr/>
      <dgm:t>
        <a:bodyPr/>
        <a:lstStyle/>
        <a:p>
          <a:endParaRPr lang="en-US"/>
        </a:p>
      </dgm:t>
    </dgm:pt>
    <dgm:pt modelId="{2716F43D-4031-41A2-8BBE-1F996E2DC535}" type="sibTrans" cxnId="{39E3A7AE-86E9-4C4E-9A9A-D085C4FB8965}">
      <dgm:prSet/>
      <dgm:spPr/>
      <dgm:t>
        <a:bodyPr/>
        <a:lstStyle/>
        <a:p>
          <a:endParaRPr lang="en-US"/>
        </a:p>
      </dgm:t>
    </dgm:pt>
    <dgm:pt modelId="{1F8086C3-58B5-40A0-A2B0-0C9B7739F3A2}">
      <dgm:prSet custT="1"/>
      <dgm:spPr/>
      <dgm:t>
        <a:bodyPr/>
        <a:lstStyle/>
        <a:p>
          <a:pPr>
            <a:lnSpc>
              <a:spcPct val="100000"/>
            </a:lnSpc>
          </a:pPr>
          <a:r>
            <a:rPr lang="en-US" sz="1800" dirty="0"/>
            <a:t>Performance comparisons between different machine-learning models</a:t>
          </a:r>
        </a:p>
      </dgm:t>
    </dgm:pt>
    <dgm:pt modelId="{F6D98D05-36DA-4777-B2F0-2F18A6E7FA17}" type="parTrans" cxnId="{79B29158-E17C-4F36-ADD0-50A02140F491}">
      <dgm:prSet/>
      <dgm:spPr/>
      <dgm:t>
        <a:bodyPr/>
        <a:lstStyle/>
        <a:p>
          <a:endParaRPr lang="en-US"/>
        </a:p>
      </dgm:t>
    </dgm:pt>
    <dgm:pt modelId="{CC30B934-0006-4736-9E2A-C74C2F1E5E3F}" type="sibTrans" cxnId="{79B29158-E17C-4F36-ADD0-50A02140F491}">
      <dgm:prSet/>
      <dgm:spPr/>
      <dgm:t>
        <a:bodyPr/>
        <a:lstStyle/>
        <a:p>
          <a:endParaRPr lang="en-US"/>
        </a:p>
      </dgm:t>
    </dgm:pt>
    <dgm:pt modelId="{A1C580BB-F057-4573-B64E-61C8C04861C3}">
      <dgm:prSet custT="1"/>
      <dgm:spPr/>
      <dgm:t>
        <a:bodyPr/>
        <a:lstStyle/>
        <a:p>
          <a:pPr>
            <a:lnSpc>
              <a:spcPct val="100000"/>
            </a:lnSpc>
            <a:defRPr b="1"/>
          </a:pPr>
          <a:r>
            <a:rPr lang="en-US" sz="1800" dirty="0"/>
            <a:t>Random forests perform well on:</a:t>
          </a:r>
        </a:p>
      </dgm:t>
    </dgm:pt>
    <dgm:pt modelId="{533F898D-F911-4B0E-BFC1-E98729D0DCA0}" type="parTrans" cxnId="{103E20A0-71CA-499C-93A7-E6D3F713E509}">
      <dgm:prSet/>
      <dgm:spPr/>
      <dgm:t>
        <a:bodyPr/>
        <a:lstStyle/>
        <a:p>
          <a:endParaRPr lang="en-US"/>
        </a:p>
      </dgm:t>
    </dgm:pt>
    <dgm:pt modelId="{F4927D39-97DA-4347-8BE2-B40D71363AA7}" type="sibTrans" cxnId="{103E20A0-71CA-499C-93A7-E6D3F713E509}">
      <dgm:prSet/>
      <dgm:spPr/>
      <dgm:t>
        <a:bodyPr/>
        <a:lstStyle/>
        <a:p>
          <a:endParaRPr lang="en-US"/>
        </a:p>
      </dgm:t>
    </dgm:pt>
    <dgm:pt modelId="{3918237F-9D2A-43DD-8F36-9E31057EA25A}">
      <dgm:prSet custT="1"/>
      <dgm:spPr/>
      <dgm:t>
        <a:bodyPr/>
        <a:lstStyle/>
        <a:p>
          <a:pPr>
            <a:lnSpc>
              <a:spcPct val="100000"/>
            </a:lnSpc>
          </a:pPr>
          <a:r>
            <a:rPr lang="en-US" sz="1800" dirty="0"/>
            <a:t>Ecological classification problems [2]</a:t>
          </a:r>
        </a:p>
      </dgm:t>
    </dgm:pt>
    <dgm:pt modelId="{1B0CE343-6A5A-45F6-AC34-155A4C27B74F}" type="parTrans" cxnId="{8A3655AF-33CD-4FF7-9580-B88EF085C30A}">
      <dgm:prSet/>
      <dgm:spPr/>
      <dgm:t>
        <a:bodyPr/>
        <a:lstStyle/>
        <a:p>
          <a:endParaRPr lang="en-US"/>
        </a:p>
      </dgm:t>
    </dgm:pt>
    <dgm:pt modelId="{0B23D991-1BF3-4391-9A39-3DEAA9DEEAF0}" type="sibTrans" cxnId="{8A3655AF-33CD-4FF7-9580-B88EF085C30A}">
      <dgm:prSet/>
      <dgm:spPr/>
      <dgm:t>
        <a:bodyPr/>
        <a:lstStyle/>
        <a:p>
          <a:endParaRPr lang="en-US"/>
        </a:p>
      </dgm:t>
    </dgm:pt>
    <dgm:pt modelId="{FB1D28B6-91D7-45EC-BD4E-1E6A93BC2A94}">
      <dgm:prSet custT="1"/>
      <dgm:spPr/>
      <dgm:t>
        <a:bodyPr/>
        <a:lstStyle/>
        <a:p>
          <a:pPr>
            <a:lnSpc>
              <a:spcPct val="100000"/>
            </a:lnSpc>
            <a:defRPr b="1"/>
          </a:pPr>
          <a:r>
            <a:rPr lang="en-US" sz="1800" dirty="0"/>
            <a:t>SVMs perform well on:</a:t>
          </a:r>
        </a:p>
      </dgm:t>
    </dgm:pt>
    <dgm:pt modelId="{1E07A893-2BA1-4233-B296-F760A6F02DA6}" type="parTrans" cxnId="{46A428CC-BA22-497E-A276-1471E40A05CF}">
      <dgm:prSet/>
      <dgm:spPr/>
      <dgm:t>
        <a:bodyPr/>
        <a:lstStyle/>
        <a:p>
          <a:endParaRPr lang="en-US"/>
        </a:p>
      </dgm:t>
    </dgm:pt>
    <dgm:pt modelId="{B39F159E-BE65-4BD8-8AF8-679A33A85842}" type="sibTrans" cxnId="{46A428CC-BA22-497E-A276-1471E40A05CF}">
      <dgm:prSet/>
      <dgm:spPr/>
      <dgm:t>
        <a:bodyPr/>
        <a:lstStyle/>
        <a:p>
          <a:endParaRPr lang="en-US"/>
        </a:p>
      </dgm:t>
    </dgm:pt>
    <dgm:pt modelId="{E932B214-EC0E-41D2-86B5-8821333EACE0}">
      <dgm:prSet custT="1"/>
      <dgm:spPr/>
      <dgm:t>
        <a:bodyPr/>
        <a:lstStyle/>
        <a:p>
          <a:pPr>
            <a:lnSpc>
              <a:spcPct val="100000"/>
            </a:lnSpc>
          </a:pPr>
          <a:r>
            <a:rPr lang="en-US" sz="1800" dirty="0"/>
            <a:t>Genetic expression data classification tasks [6]</a:t>
          </a:r>
        </a:p>
      </dgm:t>
    </dgm:pt>
    <dgm:pt modelId="{94C5C699-90AD-4A30-9230-C4BCA5AC62D5}" type="parTrans" cxnId="{1EA2B563-E712-4A2F-9B1E-941AB1C8588E}">
      <dgm:prSet/>
      <dgm:spPr/>
      <dgm:t>
        <a:bodyPr/>
        <a:lstStyle/>
        <a:p>
          <a:endParaRPr lang="en-US"/>
        </a:p>
      </dgm:t>
    </dgm:pt>
    <dgm:pt modelId="{7F41E56F-4CAD-4FB4-B617-6F672F5A2ED3}" type="sibTrans" cxnId="{1EA2B563-E712-4A2F-9B1E-941AB1C8588E}">
      <dgm:prSet/>
      <dgm:spPr/>
      <dgm:t>
        <a:bodyPr/>
        <a:lstStyle/>
        <a:p>
          <a:endParaRPr lang="en-US"/>
        </a:p>
      </dgm:t>
    </dgm:pt>
    <dgm:pt modelId="{D3A47EC2-0665-4A1D-8B87-2F347D9F0CDD}">
      <dgm:prSet/>
      <dgm:spPr/>
      <dgm:t>
        <a:bodyPr/>
        <a:lstStyle/>
        <a:p>
          <a:pPr>
            <a:lnSpc>
              <a:spcPct val="100000"/>
            </a:lnSpc>
            <a:defRPr b="1"/>
          </a:pPr>
          <a:r>
            <a:rPr lang="en-US" dirty="0"/>
            <a:t>Few studies compare RF vs SVM performance across multiple biological classification levels, especially in insect DNA barcoding</a:t>
          </a:r>
        </a:p>
      </dgm:t>
    </dgm:pt>
    <dgm:pt modelId="{2572C432-3D6F-49A5-9786-CEE0F89BDD51}" type="parTrans" cxnId="{4C397F84-3957-43FA-9402-101FBBB6739F}">
      <dgm:prSet/>
      <dgm:spPr/>
      <dgm:t>
        <a:bodyPr/>
        <a:lstStyle/>
        <a:p>
          <a:endParaRPr lang="en-US"/>
        </a:p>
      </dgm:t>
    </dgm:pt>
    <dgm:pt modelId="{FCA7FF8B-5EA7-49AA-B39B-522FCC352A9E}" type="sibTrans" cxnId="{4C397F84-3957-43FA-9402-101FBBB6739F}">
      <dgm:prSet/>
      <dgm:spPr/>
      <dgm:t>
        <a:bodyPr/>
        <a:lstStyle/>
        <a:p>
          <a:endParaRPr lang="en-US"/>
        </a:p>
      </dgm:t>
    </dgm:pt>
    <dgm:pt modelId="{C5112824-7168-4365-B69E-EB18289326B6}" type="pres">
      <dgm:prSet presAssocID="{FDB3FECC-B90E-4B93-9268-772988058F57}" presName="root" presStyleCnt="0">
        <dgm:presLayoutVars>
          <dgm:dir/>
          <dgm:resizeHandles val="exact"/>
        </dgm:presLayoutVars>
      </dgm:prSet>
      <dgm:spPr/>
    </dgm:pt>
    <dgm:pt modelId="{58656F48-5482-4CF9-B80B-93E3D7866EAA}" type="pres">
      <dgm:prSet presAssocID="{4758A280-F0B4-430A-ACDD-5BB504352180}" presName="compNode" presStyleCnt="0"/>
      <dgm:spPr/>
    </dgm:pt>
    <dgm:pt modelId="{C26AEC9C-2074-4CED-A3F2-02E07A2B6A51}" type="pres">
      <dgm:prSet presAssocID="{4758A280-F0B4-430A-ACDD-5BB50435218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NA"/>
        </a:ext>
      </dgm:extLst>
    </dgm:pt>
    <dgm:pt modelId="{95001F00-B156-4D3A-9CE9-1566DB856B4D}" type="pres">
      <dgm:prSet presAssocID="{4758A280-F0B4-430A-ACDD-5BB504352180}" presName="iconSpace" presStyleCnt="0"/>
      <dgm:spPr/>
    </dgm:pt>
    <dgm:pt modelId="{ECB04838-DF2C-44D2-8B62-FE6D8BD10A0C}" type="pres">
      <dgm:prSet presAssocID="{4758A280-F0B4-430A-ACDD-5BB504352180}" presName="parTx" presStyleLbl="revTx" presStyleIdx="0" presStyleCnt="8">
        <dgm:presLayoutVars>
          <dgm:chMax val="0"/>
          <dgm:chPref val="0"/>
        </dgm:presLayoutVars>
      </dgm:prSet>
      <dgm:spPr/>
    </dgm:pt>
    <dgm:pt modelId="{5935B5EC-41FF-41B4-9C82-B8A34FFDE969}" type="pres">
      <dgm:prSet presAssocID="{4758A280-F0B4-430A-ACDD-5BB504352180}" presName="txSpace" presStyleCnt="0"/>
      <dgm:spPr/>
    </dgm:pt>
    <dgm:pt modelId="{F9BFB78A-1541-4366-8D1A-DECB799F2E5E}" type="pres">
      <dgm:prSet presAssocID="{4758A280-F0B4-430A-ACDD-5BB504352180}" presName="desTx" presStyleLbl="revTx" presStyleIdx="1" presStyleCnt="8" custScaleX="137277" custLinFactNeighborX="3992" custLinFactNeighborY="-6483">
        <dgm:presLayoutVars/>
      </dgm:prSet>
      <dgm:spPr/>
    </dgm:pt>
    <dgm:pt modelId="{F33BAC56-9EC6-4D8B-B23A-92365E1B4AD0}" type="pres">
      <dgm:prSet presAssocID="{1494BC30-1896-4BA8-A579-7CD5532F7691}" presName="sibTrans" presStyleCnt="0"/>
      <dgm:spPr/>
    </dgm:pt>
    <dgm:pt modelId="{F21CAE1C-76D0-445D-9BCA-745ADACC456C}" type="pres">
      <dgm:prSet presAssocID="{A1C580BB-F057-4573-B64E-61C8C04861C3}" presName="compNode" presStyleCnt="0"/>
      <dgm:spPr/>
    </dgm:pt>
    <dgm:pt modelId="{444976FA-7FFA-418E-BBA2-F9CC284F3135}" type="pres">
      <dgm:prSet presAssocID="{A1C580BB-F057-4573-B64E-61C8C04861C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orest scene"/>
        </a:ext>
      </dgm:extLst>
    </dgm:pt>
    <dgm:pt modelId="{8F388C7F-C800-4FB5-B283-04CB0A45040B}" type="pres">
      <dgm:prSet presAssocID="{A1C580BB-F057-4573-B64E-61C8C04861C3}" presName="iconSpace" presStyleCnt="0"/>
      <dgm:spPr/>
    </dgm:pt>
    <dgm:pt modelId="{C8A34C40-BA9B-494A-AA2A-6C2EDF48C396}" type="pres">
      <dgm:prSet presAssocID="{A1C580BB-F057-4573-B64E-61C8C04861C3}" presName="parTx" presStyleLbl="revTx" presStyleIdx="2" presStyleCnt="8" custScaleX="129397">
        <dgm:presLayoutVars>
          <dgm:chMax val="0"/>
          <dgm:chPref val="0"/>
        </dgm:presLayoutVars>
      </dgm:prSet>
      <dgm:spPr/>
    </dgm:pt>
    <dgm:pt modelId="{65B64EA6-16BB-4701-B98E-FB3D88AB7A6E}" type="pres">
      <dgm:prSet presAssocID="{A1C580BB-F057-4573-B64E-61C8C04861C3}" presName="txSpace" presStyleCnt="0"/>
      <dgm:spPr/>
    </dgm:pt>
    <dgm:pt modelId="{644355E8-E63A-4991-A289-0C28FDF8ED1F}" type="pres">
      <dgm:prSet presAssocID="{A1C580BB-F057-4573-B64E-61C8C04861C3}" presName="desTx" presStyleLbl="revTx" presStyleIdx="3" presStyleCnt="8" custLinFactY="-27564" custLinFactNeighborX="209" custLinFactNeighborY="-100000">
        <dgm:presLayoutVars/>
      </dgm:prSet>
      <dgm:spPr/>
    </dgm:pt>
    <dgm:pt modelId="{255134A8-F90F-4D93-B721-B4AFB7443AD6}" type="pres">
      <dgm:prSet presAssocID="{F4927D39-97DA-4347-8BE2-B40D71363AA7}" presName="sibTrans" presStyleCnt="0"/>
      <dgm:spPr/>
    </dgm:pt>
    <dgm:pt modelId="{49C8CDBB-810B-4C11-B1F4-AE5D1BE5898B}" type="pres">
      <dgm:prSet presAssocID="{FB1D28B6-91D7-45EC-BD4E-1E6A93BC2A94}" presName="compNode" presStyleCnt="0"/>
      <dgm:spPr/>
    </dgm:pt>
    <dgm:pt modelId="{D17A435D-B87F-4448-8B17-D49B9243614B}" type="pres">
      <dgm:prSet presAssocID="{FB1D28B6-91D7-45EC-BD4E-1E6A93BC2A9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791359C7-04E3-4E07-968C-5AD7E987EAEB}" type="pres">
      <dgm:prSet presAssocID="{FB1D28B6-91D7-45EC-BD4E-1E6A93BC2A94}" presName="iconSpace" presStyleCnt="0"/>
      <dgm:spPr/>
    </dgm:pt>
    <dgm:pt modelId="{2C807503-D0C7-46CD-94A9-A1CC60482F54}" type="pres">
      <dgm:prSet presAssocID="{FB1D28B6-91D7-45EC-BD4E-1E6A93BC2A94}" presName="parTx" presStyleLbl="revTx" presStyleIdx="4" presStyleCnt="8">
        <dgm:presLayoutVars>
          <dgm:chMax val="0"/>
          <dgm:chPref val="0"/>
        </dgm:presLayoutVars>
      </dgm:prSet>
      <dgm:spPr/>
    </dgm:pt>
    <dgm:pt modelId="{59E761E5-14BF-42F0-964C-B5ECF08D929C}" type="pres">
      <dgm:prSet presAssocID="{FB1D28B6-91D7-45EC-BD4E-1E6A93BC2A94}" presName="txSpace" presStyleCnt="0"/>
      <dgm:spPr/>
    </dgm:pt>
    <dgm:pt modelId="{31D3EF32-B323-4F60-B690-4D8355EB4A1B}" type="pres">
      <dgm:prSet presAssocID="{FB1D28B6-91D7-45EC-BD4E-1E6A93BC2A94}" presName="desTx" presStyleLbl="revTx" presStyleIdx="5" presStyleCnt="8" custLinFactY="-32616" custLinFactNeighborX="77" custLinFactNeighborY="-100000">
        <dgm:presLayoutVars/>
      </dgm:prSet>
      <dgm:spPr/>
    </dgm:pt>
    <dgm:pt modelId="{A2EBF81F-063D-426E-8E1A-6E9949463674}" type="pres">
      <dgm:prSet presAssocID="{B39F159E-BE65-4BD8-8AF8-679A33A85842}" presName="sibTrans" presStyleCnt="0"/>
      <dgm:spPr/>
    </dgm:pt>
    <dgm:pt modelId="{8A24D1AD-C725-4956-B68E-F27DF9D65F87}" type="pres">
      <dgm:prSet presAssocID="{D3A47EC2-0665-4A1D-8B87-2F347D9F0CDD}" presName="compNode" presStyleCnt="0"/>
      <dgm:spPr/>
    </dgm:pt>
    <dgm:pt modelId="{2C609827-85DD-4833-9BCE-671A21745A6E}" type="pres">
      <dgm:prSet presAssocID="{D3A47EC2-0665-4A1D-8B87-2F347D9F0C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icroscope"/>
        </a:ext>
      </dgm:extLst>
    </dgm:pt>
    <dgm:pt modelId="{21ED8B82-9498-4112-9F1F-EC87341FFDC2}" type="pres">
      <dgm:prSet presAssocID="{D3A47EC2-0665-4A1D-8B87-2F347D9F0CDD}" presName="iconSpace" presStyleCnt="0"/>
      <dgm:spPr/>
    </dgm:pt>
    <dgm:pt modelId="{FFEB7A1B-C159-49BC-A1D7-2777A1312A3A}" type="pres">
      <dgm:prSet presAssocID="{D3A47EC2-0665-4A1D-8B87-2F347D9F0CDD}" presName="parTx" presStyleLbl="revTx" presStyleIdx="6" presStyleCnt="8" custScaleY="183187" custLinFactNeighborX="1331" custLinFactNeighborY="45508">
        <dgm:presLayoutVars>
          <dgm:chMax val="0"/>
          <dgm:chPref val="0"/>
        </dgm:presLayoutVars>
      </dgm:prSet>
      <dgm:spPr/>
    </dgm:pt>
    <dgm:pt modelId="{C689C00D-CFBE-4E48-B7FB-921447F5475D}" type="pres">
      <dgm:prSet presAssocID="{D3A47EC2-0665-4A1D-8B87-2F347D9F0CDD}" presName="txSpace" presStyleCnt="0"/>
      <dgm:spPr/>
    </dgm:pt>
    <dgm:pt modelId="{04574445-86B1-40F3-BF69-0129E2F19BF5}" type="pres">
      <dgm:prSet presAssocID="{D3A47EC2-0665-4A1D-8B87-2F347D9F0CDD}" presName="desTx" presStyleLbl="revTx" presStyleIdx="7" presStyleCnt="8">
        <dgm:presLayoutVars/>
      </dgm:prSet>
      <dgm:spPr/>
    </dgm:pt>
  </dgm:ptLst>
  <dgm:cxnLst>
    <dgm:cxn modelId="{003A4413-7B06-483B-9C00-80680A5DBA39}" type="presOf" srcId="{A1C580BB-F057-4573-B64E-61C8C04861C3}" destId="{C8A34C40-BA9B-494A-AA2A-6C2EDF48C396}" srcOrd="0" destOrd="0" presId="urn:microsoft.com/office/officeart/2018/5/layout/CenteredIconLabelDescriptionList"/>
    <dgm:cxn modelId="{D048D814-7424-43AA-9CF5-F45C6EFFDCDB}" srcId="{FDB3FECC-B90E-4B93-9268-772988058F57}" destId="{4758A280-F0B4-430A-ACDD-5BB504352180}" srcOrd="0" destOrd="0" parTransId="{AD577F74-5E71-4143-AE1E-3A20C8EF4114}" sibTransId="{1494BC30-1896-4BA8-A579-7CD5532F7691}"/>
    <dgm:cxn modelId="{5A189327-0F62-4CA6-9358-80D5A6BAB8AC}" type="presOf" srcId="{3918237F-9D2A-43DD-8F36-9E31057EA25A}" destId="{644355E8-E63A-4991-A289-0C28FDF8ED1F}" srcOrd="0" destOrd="0" presId="urn:microsoft.com/office/officeart/2018/5/layout/CenteredIconLabelDescriptionList"/>
    <dgm:cxn modelId="{1D9ECF62-4361-4F87-B2A7-A0AFD442BA0D}" type="presOf" srcId="{C2AF8DE0-0110-4C09-89DC-72251866CF3D}" destId="{F9BFB78A-1541-4366-8D1A-DECB799F2E5E}" srcOrd="0" destOrd="0" presId="urn:microsoft.com/office/officeart/2018/5/layout/CenteredIconLabelDescriptionList"/>
    <dgm:cxn modelId="{1EA2B563-E712-4A2F-9B1E-941AB1C8588E}" srcId="{FB1D28B6-91D7-45EC-BD4E-1E6A93BC2A94}" destId="{E932B214-EC0E-41D2-86B5-8821333EACE0}" srcOrd="0" destOrd="0" parTransId="{94C5C699-90AD-4A30-9230-C4BCA5AC62D5}" sibTransId="{7F41E56F-4CAD-4FB4-B617-6F672F5A2ED3}"/>
    <dgm:cxn modelId="{72DBB969-3732-4273-A30B-B51B2AE943FC}" type="presOf" srcId="{FDB3FECC-B90E-4B93-9268-772988058F57}" destId="{C5112824-7168-4365-B69E-EB18289326B6}" srcOrd="0" destOrd="0" presId="urn:microsoft.com/office/officeart/2018/5/layout/CenteredIconLabelDescriptionList"/>
    <dgm:cxn modelId="{79B29158-E17C-4F36-ADD0-50A02140F491}" srcId="{4758A280-F0B4-430A-ACDD-5BB504352180}" destId="{1F8086C3-58B5-40A0-A2B0-0C9B7739F3A2}" srcOrd="1" destOrd="0" parTransId="{F6D98D05-36DA-4777-B2F0-2F18A6E7FA17}" sibTransId="{CC30B934-0006-4736-9E2A-C74C2F1E5E3F}"/>
    <dgm:cxn modelId="{827C9C7E-2637-45EE-9592-F582E1C36272}" type="presOf" srcId="{FB1D28B6-91D7-45EC-BD4E-1E6A93BC2A94}" destId="{2C807503-D0C7-46CD-94A9-A1CC60482F54}" srcOrd="0" destOrd="0" presId="urn:microsoft.com/office/officeart/2018/5/layout/CenteredIconLabelDescriptionList"/>
    <dgm:cxn modelId="{4C397F84-3957-43FA-9402-101FBBB6739F}" srcId="{FDB3FECC-B90E-4B93-9268-772988058F57}" destId="{D3A47EC2-0665-4A1D-8B87-2F347D9F0CDD}" srcOrd="3" destOrd="0" parTransId="{2572C432-3D6F-49A5-9786-CEE0F89BDD51}" sibTransId="{FCA7FF8B-5EA7-49AA-B39B-522FCC352A9E}"/>
    <dgm:cxn modelId="{1FA3FC89-C39C-49E2-B315-8DA44304691D}" type="presOf" srcId="{D3A47EC2-0665-4A1D-8B87-2F347D9F0CDD}" destId="{FFEB7A1B-C159-49BC-A1D7-2777A1312A3A}" srcOrd="0" destOrd="0" presId="urn:microsoft.com/office/officeart/2018/5/layout/CenteredIconLabelDescriptionList"/>
    <dgm:cxn modelId="{103E20A0-71CA-499C-93A7-E6D3F713E509}" srcId="{FDB3FECC-B90E-4B93-9268-772988058F57}" destId="{A1C580BB-F057-4573-B64E-61C8C04861C3}" srcOrd="1" destOrd="0" parTransId="{533F898D-F911-4B0E-BFC1-E98729D0DCA0}" sibTransId="{F4927D39-97DA-4347-8BE2-B40D71363AA7}"/>
    <dgm:cxn modelId="{39E3A7AE-86E9-4C4E-9A9A-D085C4FB8965}" srcId="{4758A280-F0B4-430A-ACDD-5BB504352180}" destId="{C2AF8DE0-0110-4C09-89DC-72251866CF3D}" srcOrd="0" destOrd="0" parTransId="{7D5A0007-121C-49F1-8DBA-3A2E6BC76069}" sibTransId="{2716F43D-4031-41A2-8BBE-1F996E2DC535}"/>
    <dgm:cxn modelId="{8A3655AF-33CD-4FF7-9580-B88EF085C30A}" srcId="{A1C580BB-F057-4573-B64E-61C8C04861C3}" destId="{3918237F-9D2A-43DD-8F36-9E31057EA25A}" srcOrd="0" destOrd="0" parTransId="{1B0CE343-6A5A-45F6-AC34-155A4C27B74F}" sibTransId="{0B23D991-1BF3-4391-9A39-3DEAA9DEEAF0}"/>
    <dgm:cxn modelId="{A040FAC3-2A05-49DA-9809-53BCC6C16341}" type="presOf" srcId="{1F8086C3-58B5-40A0-A2B0-0C9B7739F3A2}" destId="{F9BFB78A-1541-4366-8D1A-DECB799F2E5E}" srcOrd="0" destOrd="1" presId="urn:microsoft.com/office/officeart/2018/5/layout/CenteredIconLabelDescriptionList"/>
    <dgm:cxn modelId="{46A428CC-BA22-497E-A276-1471E40A05CF}" srcId="{FDB3FECC-B90E-4B93-9268-772988058F57}" destId="{FB1D28B6-91D7-45EC-BD4E-1E6A93BC2A94}" srcOrd="2" destOrd="0" parTransId="{1E07A893-2BA1-4233-B296-F760A6F02DA6}" sibTransId="{B39F159E-BE65-4BD8-8AF8-679A33A85842}"/>
    <dgm:cxn modelId="{472730DF-FA08-496A-BD34-9FA38517D77B}" type="presOf" srcId="{E932B214-EC0E-41D2-86B5-8821333EACE0}" destId="{31D3EF32-B323-4F60-B690-4D8355EB4A1B}" srcOrd="0" destOrd="0" presId="urn:microsoft.com/office/officeart/2018/5/layout/CenteredIconLabelDescriptionList"/>
    <dgm:cxn modelId="{B411C9E5-08AC-4AC8-A368-49784ACA18C0}" type="presOf" srcId="{4758A280-F0B4-430A-ACDD-5BB504352180}" destId="{ECB04838-DF2C-44D2-8B62-FE6D8BD10A0C}" srcOrd="0" destOrd="0" presId="urn:microsoft.com/office/officeart/2018/5/layout/CenteredIconLabelDescriptionList"/>
    <dgm:cxn modelId="{135C1546-C532-4E20-99A8-FBFF3761B00B}" type="presParOf" srcId="{C5112824-7168-4365-B69E-EB18289326B6}" destId="{58656F48-5482-4CF9-B80B-93E3D7866EAA}" srcOrd="0" destOrd="0" presId="urn:microsoft.com/office/officeart/2018/5/layout/CenteredIconLabelDescriptionList"/>
    <dgm:cxn modelId="{4D32D175-D6ED-4707-9A22-E8534E49F75B}" type="presParOf" srcId="{58656F48-5482-4CF9-B80B-93E3D7866EAA}" destId="{C26AEC9C-2074-4CED-A3F2-02E07A2B6A51}" srcOrd="0" destOrd="0" presId="urn:microsoft.com/office/officeart/2018/5/layout/CenteredIconLabelDescriptionList"/>
    <dgm:cxn modelId="{DD53CF8B-FA48-4580-BCF7-706CCB10B83C}" type="presParOf" srcId="{58656F48-5482-4CF9-B80B-93E3D7866EAA}" destId="{95001F00-B156-4D3A-9CE9-1566DB856B4D}" srcOrd="1" destOrd="0" presId="urn:microsoft.com/office/officeart/2018/5/layout/CenteredIconLabelDescriptionList"/>
    <dgm:cxn modelId="{01E03030-9466-4E0E-8FAE-015C55515A88}" type="presParOf" srcId="{58656F48-5482-4CF9-B80B-93E3D7866EAA}" destId="{ECB04838-DF2C-44D2-8B62-FE6D8BD10A0C}" srcOrd="2" destOrd="0" presId="urn:microsoft.com/office/officeart/2018/5/layout/CenteredIconLabelDescriptionList"/>
    <dgm:cxn modelId="{06D0E6B0-4B56-4065-BF6A-0313D6ED3B38}" type="presParOf" srcId="{58656F48-5482-4CF9-B80B-93E3D7866EAA}" destId="{5935B5EC-41FF-41B4-9C82-B8A34FFDE969}" srcOrd="3" destOrd="0" presId="urn:microsoft.com/office/officeart/2018/5/layout/CenteredIconLabelDescriptionList"/>
    <dgm:cxn modelId="{B1241FB5-1A27-456A-A627-B2C7160BFDF9}" type="presParOf" srcId="{58656F48-5482-4CF9-B80B-93E3D7866EAA}" destId="{F9BFB78A-1541-4366-8D1A-DECB799F2E5E}" srcOrd="4" destOrd="0" presId="urn:microsoft.com/office/officeart/2018/5/layout/CenteredIconLabelDescriptionList"/>
    <dgm:cxn modelId="{F880D3E1-524A-4E97-9CEA-C7F65CBC1885}" type="presParOf" srcId="{C5112824-7168-4365-B69E-EB18289326B6}" destId="{F33BAC56-9EC6-4D8B-B23A-92365E1B4AD0}" srcOrd="1" destOrd="0" presId="urn:microsoft.com/office/officeart/2018/5/layout/CenteredIconLabelDescriptionList"/>
    <dgm:cxn modelId="{866FA34D-510C-4AE1-AD33-633B87F398EB}" type="presParOf" srcId="{C5112824-7168-4365-B69E-EB18289326B6}" destId="{F21CAE1C-76D0-445D-9BCA-745ADACC456C}" srcOrd="2" destOrd="0" presId="urn:microsoft.com/office/officeart/2018/5/layout/CenteredIconLabelDescriptionList"/>
    <dgm:cxn modelId="{CFC8AB4C-78F5-4278-A09B-BB8AE8997B2F}" type="presParOf" srcId="{F21CAE1C-76D0-445D-9BCA-745ADACC456C}" destId="{444976FA-7FFA-418E-BBA2-F9CC284F3135}" srcOrd="0" destOrd="0" presId="urn:microsoft.com/office/officeart/2018/5/layout/CenteredIconLabelDescriptionList"/>
    <dgm:cxn modelId="{885231E7-1B0E-453F-88AF-1D0DEB1C30EA}" type="presParOf" srcId="{F21CAE1C-76D0-445D-9BCA-745ADACC456C}" destId="{8F388C7F-C800-4FB5-B283-04CB0A45040B}" srcOrd="1" destOrd="0" presId="urn:microsoft.com/office/officeart/2018/5/layout/CenteredIconLabelDescriptionList"/>
    <dgm:cxn modelId="{FA23EB96-51A3-45A3-BA2B-4579EDDC9147}" type="presParOf" srcId="{F21CAE1C-76D0-445D-9BCA-745ADACC456C}" destId="{C8A34C40-BA9B-494A-AA2A-6C2EDF48C396}" srcOrd="2" destOrd="0" presId="urn:microsoft.com/office/officeart/2018/5/layout/CenteredIconLabelDescriptionList"/>
    <dgm:cxn modelId="{434E59FE-1555-43A6-A15F-F0EF2545EABA}" type="presParOf" srcId="{F21CAE1C-76D0-445D-9BCA-745ADACC456C}" destId="{65B64EA6-16BB-4701-B98E-FB3D88AB7A6E}" srcOrd="3" destOrd="0" presId="urn:microsoft.com/office/officeart/2018/5/layout/CenteredIconLabelDescriptionList"/>
    <dgm:cxn modelId="{6F14B849-5505-4B2D-8A20-AF41B300087F}" type="presParOf" srcId="{F21CAE1C-76D0-445D-9BCA-745ADACC456C}" destId="{644355E8-E63A-4991-A289-0C28FDF8ED1F}" srcOrd="4" destOrd="0" presId="urn:microsoft.com/office/officeart/2018/5/layout/CenteredIconLabelDescriptionList"/>
    <dgm:cxn modelId="{2C7F81C0-3EC1-40C6-9C8A-38C106049F3D}" type="presParOf" srcId="{C5112824-7168-4365-B69E-EB18289326B6}" destId="{255134A8-F90F-4D93-B721-B4AFB7443AD6}" srcOrd="3" destOrd="0" presId="urn:microsoft.com/office/officeart/2018/5/layout/CenteredIconLabelDescriptionList"/>
    <dgm:cxn modelId="{BBC7C3FB-0794-4D22-8343-777886CB6041}" type="presParOf" srcId="{C5112824-7168-4365-B69E-EB18289326B6}" destId="{49C8CDBB-810B-4C11-B1F4-AE5D1BE5898B}" srcOrd="4" destOrd="0" presId="urn:microsoft.com/office/officeart/2018/5/layout/CenteredIconLabelDescriptionList"/>
    <dgm:cxn modelId="{CE1A67ED-046A-4152-A202-2B07AC4D7873}" type="presParOf" srcId="{49C8CDBB-810B-4C11-B1F4-AE5D1BE5898B}" destId="{D17A435D-B87F-4448-8B17-D49B9243614B}" srcOrd="0" destOrd="0" presId="urn:microsoft.com/office/officeart/2018/5/layout/CenteredIconLabelDescriptionList"/>
    <dgm:cxn modelId="{D8A01B46-2AC4-4ADF-8CCC-9DC9F4B6B546}" type="presParOf" srcId="{49C8CDBB-810B-4C11-B1F4-AE5D1BE5898B}" destId="{791359C7-04E3-4E07-968C-5AD7E987EAEB}" srcOrd="1" destOrd="0" presId="urn:microsoft.com/office/officeart/2018/5/layout/CenteredIconLabelDescriptionList"/>
    <dgm:cxn modelId="{57769773-7CE9-478E-B691-E81CEEDAFA9E}" type="presParOf" srcId="{49C8CDBB-810B-4C11-B1F4-AE5D1BE5898B}" destId="{2C807503-D0C7-46CD-94A9-A1CC60482F54}" srcOrd="2" destOrd="0" presId="urn:microsoft.com/office/officeart/2018/5/layout/CenteredIconLabelDescriptionList"/>
    <dgm:cxn modelId="{3AE1F69D-8059-415E-B408-51A2A542A00A}" type="presParOf" srcId="{49C8CDBB-810B-4C11-B1F4-AE5D1BE5898B}" destId="{59E761E5-14BF-42F0-964C-B5ECF08D929C}" srcOrd="3" destOrd="0" presId="urn:microsoft.com/office/officeart/2018/5/layout/CenteredIconLabelDescriptionList"/>
    <dgm:cxn modelId="{05A4BD6C-4EE0-45C1-B029-5DEC428A012D}" type="presParOf" srcId="{49C8CDBB-810B-4C11-B1F4-AE5D1BE5898B}" destId="{31D3EF32-B323-4F60-B690-4D8355EB4A1B}" srcOrd="4" destOrd="0" presId="urn:microsoft.com/office/officeart/2018/5/layout/CenteredIconLabelDescriptionList"/>
    <dgm:cxn modelId="{597283B0-C5F9-481A-986C-5BF6AF197FF3}" type="presParOf" srcId="{C5112824-7168-4365-B69E-EB18289326B6}" destId="{A2EBF81F-063D-426E-8E1A-6E9949463674}" srcOrd="5" destOrd="0" presId="urn:microsoft.com/office/officeart/2018/5/layout/CenteredIconLabelDescriptionList"/>
    <dgm:cxn modelId="{93E83662-095A-4402-BE45-265B0DFE0640}" type="presParOf" srcId="{C5112824-7168-4365-B69E-EB18289326B6}" destId="{8A24D1AD-C725-4956-B68E-F27DF9D65F87}" srcOrd="6" destOrd="0" presId="urn:microsoft.com/office/officeart/2018/5/layout/CenteredIconLabelDescriptionList"/>
    <dgm:cxn modelId="{D9BE33E9-F912-4A58-8B28-AE9E1C0B637C}" type="presParOf" srcId="{8A24D1AD-C725-4956-B68E-F27DF9D65F87}" destId="{2C609827-85DD-4833-9BCE-671A21745A6E}" srcOrd="0" destOrd="0" presId="urn:microsoft.com/office/officeart/2018/5/layout/CenteredIconLabelDescriptionList"/>
    <dgm:cxn modelId="{BFED7E42-4AE0-471D-AA79-3993CE67CBDA}" type="presParOf" srcId="{8A24D1AD-C725-4956-B68E-F27DF9D65F87}" destId="{21ED8B82-9498-4112-9F1F-EC87341FFDC2}" srcOrd="1" destOrd="0" presId="urn:microsoft.com/office/officeart/2018/5/layout/CenteredIconLabelDescriptionList"/>
    <dgm:cxn modelId="{0AA3CA01-0841-4302-86EB-286F9C68E9C4}" type="presParOf" srcId="{8A24D1AD-C725-4956-B68E-F27DF9D65F87}" destId="{FFEB7A1B-C159-49BC-A1D7-2777A1312A3A}" srcOrd="2" destOrd="0" presId="urn:microsoft.com/office/officeart/2018/5/layout/CenteredIconLabelDescriptionList"/>
    <dgm:cxn modelId="{025E382E-998C-44D9-91F4-DB8C7E0EAB8F}" type="presParOf" srcId="{8A24D1AD-C725-4956-B68E-F27DF9D65F87}" destId="{C689C00D-CFBE-4E48-B7FB-921447F5475D}" srcOrd="3" destOrd="0" presId="urn:microsoft.com/office/officeart/2018/5/layout/CenteredIconLabelDescriptionList"/>
    <dgm:cxn modelId="{6705E2A8-9F6D-43F3-A6DF-9530E6CC5C93}" type="presParOf" srcId="{8A24D1AD-C725-4956-B68E-F27DF9D65F87}" destId="{04574445-86B1-40F3-BF69-0129E2F19BF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1DC667-2716-4A58-B64E-3ACAC0BA108A}" type="doc">
      <dgm:prSet loTypeId="urn:microsoft.com/office/officeart/2005/8/layout/bProcess4" loCatId="process" qsTypeId="urn:microsoft.com/office/officeart/2005/8/quickstyle/simple1" qsCatId="simple" csTypeId="urn:microsoft.com/office/officeart/2005/8/colors/accent0_3" csCatId="mainScheme" phldr="1"/>
      <dgm:spPr/>
      <dgm:t>
        <a:bodyPr/>
        <a:lstStyle/>
        <a:p>
          <a:endParaRPr lang="en-US"/>
        </a:p>
      </dgm:t>
    </dgm:pt>
    <dgm:pt modelId="{A5EF3C76-0B0C-41C6-8F06-019385F1773B}">
      <dgm:prSet/>
      <dgm:spPr/>
      <dgm:t>
        <a:bodyPr/>
        <a:lstStyle/>
        <a:p>
          <a:r>
            <a:rPr lang="en-US" b="1" dirty="0"/>
            <a:t>Downloaded COI &amp; COII butterfly sequences</a:t>
          </a:r>
          <a:br>
            <a:rPr lang="en-US" dirty="0"/>
          </a:br>
          <a:r>
            <a:rPr lang="en-US" dirty="0"/>
            <a:t>from BOLD &amp; GenBank</a:t>
          </a:r>
        </a:p>
      </dgm:t>
    </dgm:pt>
    <dgm:pt modelId="{DD09974E-7364-4D4A-BACB-C39EC3147EC1}" type="parTrans" cxnId="{79310B56-CEB8-43FF-B84E-BE3AFB105E30}">
      <dgm:prSet/>
      <dgm:spPr/>
      <dgm:t>
        <a:bodyPr/>
        <a:lstStyle/>
        <a:p>
          <a:endParaRPr lang="en-US" sz="1500"/>
        </a:p>
      </dgm:t>
    </dgm:pt>
    <dgm:pt modelId="{996D585D-458C-403F-ABB5-C9B5810A1CA7}" type="sibTrans" cxnId="{79310B56-CEB8-43FF-B84E-BE3AFB105E30}">
      <dgm:prSet/>
      <dgm:spPr/>
      <dgm:t>
        <a:bodyPr/>
        <a:lstStyle/>
        <a:p>
          <a:endParaRPr lang="en-US"/>
        </a:p>
      </dgm:t>
    </dgm:pt>
    <dgm:pt modelId="{0E9E06EB-C872-4F7F-944D-91CDB554AC41}">
      <dgm:prSet/>
      <dgm:spPr/>
      <dgm:t>
        <a:bodyPr/>
        <a:lstStyle/>
        <a:p>
          <a:r>
            <a:rPr lang="en-US" b="1" dirty="0"/>
            <a:t>Cleaned and filtered sequences</a:t>
          </a:r>
          <a:br>
            <a:rPr lang="en-US" dirty="0"/>
          </a:br>
          <a:r>
            <a:rPr lang="en-US" dirty="0"/>
            <a:t>Removed incomplete or low-quality records</a:t>
          </a:r>
        </a:p>
      </dgm:t>
    </dgm:pt>
    <dgm:pt modelId="{AF4B4FF0-C697-45AC-A3A0-07010FF87987}" type="parTrans" cxnId="{72E37594-065B-4D05-922E-4C194933AAB4}">
      <dgm:prSet/>
      <dgm:spPr/>
      <dgm:t>
        <a:bodyPr/>
        <a:lstStyle/>
        <a:p>
          <a:endParaRPr lang="en-US" sz="1500"/>
        </a:p>
      </dgm:t>
    </dgm:pt>
    <dgm:pt modelId="{B62FB5AA-BCA8-4853-9310-D200CF141310}" type="sibTrans" cxnId="{72E37594-065B-4D05-922E-4C194933AAB4}">
      <dgm:prSet/>
      <dgm:spPr/>
      <dgm:t>
        <a:bodyPr/>
        <a:lstStyle/>
        <a:p>
          <a:endParaRPr lang="en-US"/>
        </a:p>
      </dgm:t>
    </dgm:pt>
    <dgm:pt modelId="{9951D3EA-C99A-442B-B293-1E7072F15AA4}">
      <dgm:prSet/>
      <dgm:spPr/>
      <dgm:t>
        <a:bodyPr/>
        <a:lstStyle/>
        <a:p>
          <a:r>
            <a:rPr lang="en-CA" b="1" dirty="0"/>
            <a:t>Separated by classification task</a:t>
          </a:r>
          <a:br>
            <a:rPr lang="en-CA" dirty="0"/>
          </a:br>
          <a:r>
            <a:rPr lang="en-CA" dirty="0"/>
            <a:t>Gene (COI vs COII)</a:t>
          </a:r>
          <a:br>
            <a:rPr lang="en-CA" dirty="0"/>
          </a:br>
          <a:r>
            <a:rPr lang="en-CA" dirty="0"/>
            <a:t>Subfamily (</a:t>
          </a:r>
          <a:r>
            <a:rPr lang="en-CA" dirty="0" err="1"/>
            <a:t>Danainae</a:t>
          </a:r>
          <a:r>
            <a:rPr lang="en-CA" dirty="0"/>
            <a:t> vs </a:t>
          </a:r>
          <a:r>
            <a:rPr lang="en-CA" dirty="0" err="1"/>
            <a:t>Heliconiinae</a:t>
          </a:r>
          <a:r>
            <a:rPr lang="en-CA" dirty="0"/>
            <a:t>)</a:t>
          </a:r>
          <a:endParaRPr lang="en-US" dirty="0"/>
        </a:p>
      </dgm:t>
    </dgm:pt>
    <dgm:pt modelId="{9B6160CE-2627-4062-94B2-85BE9319B0C9}" type="parTrans" cxnId="{583A98FE-0F1E-4EA3-87B0-AA5067FA2D4B}">
      <dgm:prSet/>
      <dgm:spPr/>
      <dgm:t>
        <a:bodyPr/>
        <a:lstStyle/>
        <a:p>
          <a:endParaRPr lang="en-US" sz="1500"/>
        </a:p>
      </dgm:t>
    </dgm:pt>
    <dgm:pt modelId="{4EE229A8-B669-4765-B50B-C3471FFE8A0D}" type="sibTrans" cxnId="{583A98FE-0F1E-4EA3-87B0-AA5067FA2D4B}">
      <dgm:prSet/>
      <dgm:spPr/>
      <dgm:t>
        <a:bodyPr/>
        <a:lstStyle/>
        <a:p>
          <a:endParaRPr lang="en-US"/>
        </a:p>
      </dgm:t>
    </dgm:pt>
    <dgm:pt modelId="{F87612B8-C75C-42D7-8C8D-3E9C74E65F9F}">
      <dgm:prSet/>
      <dgm:spPr/>
      <dgm:t>
        <a:bodyPr/>
        <a:lstStyle/>
        <a:p>
          <a:r>
            <a:rPr lang="en-US" b="1"/>
            <a:t>Calculated nucleotide proportions</a:t>
          </a:r>
          <a:br>
            <a:rPr lang="en-US"/>
          </a:br>
          <a:r>
            <a:rPr lang="en-US"/>
            <a:t>A, T, G, C for each sequence</a:t>
          </a:r>
        </a:p>
      </dgm:t>
    </dgm:pt>
    <dgm:pt modelId="{16C10888-B00B-45C7-86D6-FFF07F4C3B5A}" type="parTrans" cxnId="{24248DFD-9241-46F3-B839-E4780EE8930A}">
      <dgm:prSet/>
      <dgm:spPr/>
      <dgm:t>
        <a:bodyPr/>
        <a:lstStyle/>
        <a:p>
          <a:endParaRPr lang="en-US" sz="1500"/>
        </a:p>
      </dgm:t>
    </dgm:pt>
    <dgm:pt modelId="{DA7ADC75-917F-464C-93D7-C9C09E44F7D3}" type="sibTrans" cxnId="{24248DFD-9241-46F3-B839-E4780EE8930A}">
      <dgm:prSet/>
      <dgm:spPr/>
      <dgm:t>
        <a:bodyPr/>
        <a:lstStyle/>
        <a:p>
          <a:endParaRPr lang="en-US"/>
        </a:p>
      </dgm:t>
    </dgm:pt>
    <dgm:pt modelId="{6AE61256-40B1-41D2-B9B2-F696853607DD}">
      <dgm:prSet/>
      <dgm:spPr/>
      <dgm:t>
        <a:bodyPr/>
        <a:lstStyle/>
        <a:p>
          <a:r>
            <a:rPr lang="en-US" b="1" dirty="0"/>
            <a:t>Generated sequence length histograms</a:t>
          </a:r>
          <a:br>
            <a:rPr lang="en-US" dirty="0"/>
          </a:br>
          <a:r>
            <a:rPr lang="en-US" dirty="0"/>
            <a:t>Compared COI lengths between subfamilies</a:t>
          </a:r>
        </a:p>
      </dgm:t>
    </dgm:pt>
    <dgm:pt modelId="{1F264BBE-F363-454A-8A8A-DAAA3824B942}" type="parTrans" cxnId="{0F3A0C26-F714-4594-8EC0-D79946F37778}">
      <dgm:prSet/>
      <dgm:spPr/>
      <dgm:t>
        <a:bodyPr/>
        <a:lstStyle/>
        <a:p>
          <a:endParaRPr lang="en-US" sz="1500"/>
        </a:p>
      </dgm:t>
    </dgm:pt>
    <dgm:pt modelId="{6B59DBD3-6C68-4216-AA4B-6555496CE9D4}" type="sibTrans" cxnId="{0F3A0C26-F714-4594-8EC0-D79946F37778}">
      <dgm:prSet/>
      <dgm:spPr/>
      <dgm:t>
        <a:bodyPr/>
        <a:lstStyle/>
        <a:p>
          <a:endParaRPr lang="en-US"/>
        </a:p>
      </dgm:t>
    </dgm:pt>
    <dgm:pt modelId="{37ACA8F5-F2D1-4421-B502-29B1181127F7}">
      <dgm:prSet/>
      <dgm:spPr/>
      <dgm:t>
        <a:bodyPr/>
        <a:lstStyle/>
        <a:p>
          <a:r>
            <a:rPr lang="en-US" dirty="0"/>
            <a:t>Prepared feature matrices for machine learning</a:t>
          </a:r>
        </a:p>
      </dgm:t>
    </dgm:pt>
    <dgm:pt modelId="{2FDFD924-9BBD-4B70-BBD1-81AA77C7F1D5}" type="parTrans" cxnId="{F2EC9077-43EC-4261-9D3F-B685DB416AB3}">
      <dgm:prSet/>
      <dgm:spPr/>
      <dgm:t>
        <a:bodyPr/>
        <a:lstStyle/>
        <a:p>
          <a:endParaRPr lang="en-US" sz="1500"/>
        </a:p>
      </dgm:t>
    </dgm:pt>
    <dgm:pt modelId="{0AB7C0F9-4054-4E76-A748-EDD34DAC4515}" type="sibTrans" cxnId="{F2EC9077-43EC-4261-9D3F-B685DB416AB3}">
      <dgm:prSet/>
      <dgm:spPr/>
      <dgm:t>
        <a:bodyPr/>
        <a:lstStyle/>
        <a:p>
          <a:endParaRPr lang="en-US"/>
        </a:p>
      </dgm:t>
    </dgm:pt>
    <dgm:pt modelId="{357B94C1-5E19-498F-83B4-D60D9064AE90}">
      <dgm:prSet/>
      <dgm:spPr/>
      <dgm:t>
        <a:bodyPr/>
        <a:lstStyle/>
        <a:p>
          <a:r>
            <a:rPr lang="en-US"/>
            <a:t>Split data into training and validation sets</a:t>
          </a:r>
        </a:p>
      </dgm:t>
    </dgm:pt>
    <dgm:pt modelId="{D718F6EB-BDF1-4106-8380-40645A345331}" type="parTrans" cxnId="{49155C62-E4A6-4ECD-8175-F0A48197E4F9}">
      <dgm:prSet/>
      <dgm:spPr/>
      <dgm:t>
        <a:bodyPr/>
        <a:lstStyle/>
        <a:p>
          <a:endParaRPr lang="en-US" sz="1500"/>
        </a:p>
      </dgm:t>
    </dgm:pt>
    <dgm:pt modelId="{410A2BB0-591C-43B2-A423-58C32D1FFF08}" type="sibTrans" cxnId="{49155C62-E4A6-4ECD-8175-F0A48197E4F9}">
      <dgm:prSet/>
      <dgm:spPr/>
      <dgm:t>
        <a:bodyPr/>
        <a:lstStyle/>
        <a:p>
          <a:endParaRPr lang="en-US"/>
        </a:p>
      </dgm:t>
    </dgm:pt>
    <dgm:pt modelId="{F151A624-2DEE-4024-9FB2-12875EF295A0}">
      <dgm:prSet/>
      <dgm:spPr/>
      <dgm:t>
        <a:bodyPr/>
        <a:lstStyle/>
        <a:p>
          <a:r>
            <a:rPr lang="en-CA"/>
            <a:t>Trained Random Forest &amp; SVM classifiers</a:t>
          </a:r>
          <a:endParaRPr lang="en-US"/>
        </a:p>
      </dgm:t>
    </dgm:pt>
    <dgm:pt modelId="{0624343D-900B-4C0A-B5FF-57221BFAA234}" type="parTrans" cxnId="{548AF6E1-3782-4DE0-AFA7-8477A41A7C99}">
      <dgm:prSet/>
      <dgm:spPr/>
      <dgm:t>
        <a:bodyPr/>
        <a:lstStyle/>
        <a:p>
          <a:endParaRPr lang="en-CA" sz="1500"/>
        </a:p>
      </dgm:t>
    </dgm:pt>
    <dgm:pt modelId="{E50809FF-1D35-4A32-8007-CEE50B2BFD5B}" type="sibTrans" cxnId="{548AF6E1-3782-4DE0-AFA7-8477A41A7C99}">
      <dgm:prSet/>
      <dgm:spPr/>
      <dgm:t>
        <a:bodyPr/>
        <a:lstStyle/>
        <a:p>
          <a:endParaRPr lang="en-CA"/>
        </a:p>
      </dgm:t>
    </dgm:pt>
    <dgm:pt modelId="{6C0CAB79-DCC4-49C2-97B4-3A72D6E1583E}">
      <dgm:prSet/>
      <dgm:spPr/>
      <dgm:t>
        <a:bodyPr/>
        <a:lstStyle/>
        <a:p>
          <a:r>
            <a:rPr lang="en-US"/>
            <a:t>Evaluated models using ROC, AUC, and confusion matrices</a:t>
          </a:r>
        </a:p>
      </dgm:t>
    </dgm:pt>
    <dgm:pt modelId="{2A8696C8-E477-4932-A31D-5824C1C9948E}" type="parTrans" cxnId="{BAB243DC-9E92-45B2-B2AA-63E4FD06D752}">
      <dgm:prSet/>
      <dgm:spPr/>
      <dgm:t>
        <a:bodyPr/>
        <a:lstStyle/>
        <a:p>
          <a:endParaRPr lang="en-CA"/>
        </a:p>
      </dgm:t>
    </dgm:pt>
    <dgm:pt modelId="{CB091E6D-475A-48E1-87A6-B9DCA5FBE1FE}" type="sibTrans" cxnId="{BAB243DC-9E92-45B2-B2AA-63E4FD06D752}">
      <dgm:prSet/>
      <dgm:spPr/>
      <dgm:t>
        <a:bodyPr/>
        <a:lstStyle/>
        <a:p>
          <a:endParaRPr lang="en-CA"/>
        </a:p>
      </dgm:t>
    </dgm:pt>
    <dgm:pt modelId="{BF332609-B142-4BE1-B6C0-3741A687DC76}" type="pres">
      <dgm:prSet presAssocID="{9E1DC667-2716-4A58-B64E-3ACAC0BA108A}" presName="Name0" presStyleCnt="0">
        <dgm:presLayoutVars>
          <dgm:dir/>
          <dgm:resizeHandles/>
        </dgm:presLayoutVars>
      </dgm:prSet>
      <dgm:spPr/>
    </dgm:pt>
    <dgm:pt modelId="{64A65D08-2CA7-4168-92A6-CC2DFF2F6D3A}" type="pres">
      <dgm:prSet presAssocID="{A5EF3C76-0B0C-41C6-8F06-019385F1773B}" presName="compNode" presStyleCnt="0"/>
      <dgm:spPr/>
    </dgm:pt>
    <dgm:pt modelId="{E489FAD0-6637-49A8-A608-806A9E55A0F7}" type="pres">
      <dgm:prSet presAssocID="{A5EF3C76-0B0C-41C6-8F06-019385F1773B}" presName="dummyConnPt" presStyleCnt="0"/>
      <dgm:spPr/>
    </dgm:pt>
    <dgm:pt modelId="{5499A12A-41F1-46AD-9228-A79264CDC68D}" type="pres">
      <dgm:prSet presAssocID="{A5EF3C76-0B0C-41C6-8F06-019385F1773B}" presName="node" presStyleLbl="node1" presStyleIdx="0" presStyleCnt="9">
        <dgm:presLayoutVars>
          <dgm:bulletEnabled val="1"/>
        </dgm:presLayoutVars>
      </dgm:prSet>
      <dgm:spPr/>
    </dgm:pt>
    <dgm:pt modelId="{31129923-72A7-4F58-A69A-75D9EB627485}" type="pres">
      <dgm:prSet presAssocID="{996D585D-458C-403F-ABB5-C9B5810A1CA7}" presName="sibTrans" presStyleLbl="bgSibTrans2D1" presStyleIdx="0" presStyleCnt="8"/>
      <dgm:spPr/>
    </dgm:pt>
    <dgm:pt modelId="{B84247CF-2EF3-480C-BF43-52BFFA527D43}" type="pres">
      <dgm:prSet presAssocID="{0E9E06EB-C872-4F7F-944D-91CDB554AC41}" presName="compNode" presStyleCnt="0"/>
      <dgm:spPr/>
    </dgm:pt>
    <dgm:pt modelId="{F8EFCE7E-EC48-4A9A-8A28-E9ACF661BFDF}" type="pres">
      <dgm:prSet presAssocID="{0E9E06EB-C872-4F7F-944D-91CDB554AC41}" presName="dummyConnPt" presStyleCnt="0"/>
      <dgm:spPr/>
    </dgm:pt>
    <dgm:pt modelId="{E23A88E8-3310-4988-84D1-7B91BCB83568}" type="pres">
      <dgm:prSet presAssocID="{0E9E06EB-C872-4F7F-944D-91CDB554AC41}" presName="node" presStyleLbl="node1" presStyleIdx="1" presStyleCnt="9">
        <dgm:presLayoutVars>
          <dgm:bulletEnabled val="1"/>
        </dgm:presLayoutVars>
      </dgm:prSet>
      <dgm:spPr/>
    </dgm:pt>
    <dgm:pt modelId="{E7C27FFB-5A12-4C27-89E2-ECA66A01D411}" type="pres">
      <dgm:prSet presAssocID="{B62FB5AA-BCA8-4853-9310-D200CF141310}" presName="sibTrans" presStyleLbl="bgSibTrans2D1" presStyleIdx="1" presStyleCnt="8"/>
      <dgm:spPr/>
    </dgm:pt>
    <dgm:pt modelId="{5F0D0493-59FB-4F1A-8C25-532E570C241A}" type="pres">
      <dgm:prSet presAssocID="{9951D3EA-C99A-442B-B293-1E7072F15AA4}" presName="compNode" presStyleCnt="0"/>
      <dgm:spPr/>
    </dgm:pt>
    <dgm:pt modelId="{B420CDFC-5C08-40BB-8228-1E351576E6C2}" type="pres">
      <dgm:prSet presAssocID="{9951D3EA-C99A-442B-B293-1E7072F15AA4}" presName="dummyConnPt" presStyleCnt="0"/>
      <dgm:spPr/>
    </dgm:pt>
    <dgm:pt modelId="{E05FECD7-6130-467B-9A83-07E339EBCB6D}" type="pres">
      <dgm:prSet presAssocID="{9951D3EA-C99A-442B-B293-1E7072F15AA4}" presName="node" presStyleLbl="node1" presStyleIdx="2" presStyleCnt="9">
        <dgm:presLayoutVars>
          <dgm:bulletEnabled val="1"/>
        </dgm:presLayoutVars>
      </dgm:prSet>
      <dgm:spPr/>
    </dgm:pt>
    <dgm:pt modelId="{05681DD0-EF9D-4DD3-9FDC-37D2A7123BC5}" type="pres">
      <dgm:prSet presAssocID="{4EE229A8-B669-4765-B50B-C3471FFE8A0D}" presName="sibTrans" presStyleLbl="bgSibTrans2D1" presStyleIdx="2" presStyleCnt="8"/>
      <dgm:spPr/>
    </dgm:pt>
    <dgm:pt modelId="{B2D05BD6-373A-471C-95B5-7BC2FFF25C41}" type="pres">
      <dgm:prSet presAssocID="{F87612B8-C75C-42D7-8C8D-3E9C74E65F9F}" presName="compNode" presStyleCnt="0"/>
      <dgm:spPr/>
    </dgm:pt>
    <dgm:pt modelId="{737A3485-57B6-41E9-80F8-C22C93AB51ED}" type="pres">
      <dgm:prSet presAssocID="{F87612B8-C75C-42D7-8C8D-3E9C74E65F9F}" presName="dummyConnPt" presStyleCnt="0"/>
      <dgm:spPr/>
    </dgm:pt>
    <dgm:pt modelId="{6EE1A6A1-568A-46EF-8FDF-0605BCDD8BD1}" type="pres">
      <dgm:prSet presAssocID="{F87612B8-C75C-42D7-8C8D-3E9C74E65F9F}" presName="node" presStyleLbl="node1" presStyleIdx="3" presStyleCnt="9">
        <dgm:presLayoutVars>
          <dgm:bulletEnabled val="1"/>
        </dgm:presLayoutVars>
      </dgm:prSet>
      <dgm:spPr/>
    </dgm:pt>
    <dgm:pt modelId="{987886F9-7376-429F-BA3C-7BA037B7C6E1}" type="pres">
      <dgm:prSet presAssocID="{DA7ADC75-917F-464C-93D7-C9C09E44F7D3}" presName="sibTrans" presStyleLbl="bgSibTrans2D1" presStyleIdx="3" presStyleCnt="8"/>
      <dgm:spPr/>
    </dgm:pt>
    <dgm:pt modelId="{9A2709FD-2D62-4BBB-979A-C4C835023023}" type="pres">
      <dgm:prSet presAssocID="{6AE61256-40B1-41D2-B9B2-F696853607DD}" presName="compNode" presStyleCnt="0"/>
      <dgm:spPr/>
    </dgm:pt>
    <dgm:pt modelId="{5FBE2E2F-F75D-403C-BA78-6EA97CF2E242}" type="pres">
      <dgm:prSet presAssocID="{6AE61256-40B1-41D2-B9B2-F696853607DD}" presName="dummyConnPt" presStyleCnt="0"/>
      <dgm:spPr/>
    </dgm:pt>
    <dgm:pt modelId="{10603F2E-53CE-4BF9-9211-413BB183F4ED}" type="pres">
      <dgm:prSet presAssocID="{6AE61256-40B1-41D2-B9B2-F696853607DD}" presName="node" presStyleLbl="node1" presStyleIdx="4" presStyleCnt="9">
        <dgm:presLayoutVars>
          <dgm:bulletEnabled val="1"/>
        </dgm:presLayoutVars>
      </dgm:prSet>
      <dgm:spPr/>
    </dgm:pt>
    <dgm:pt modelId="{D68CAD17-77BC-441E-9612-81FC3C7D9F79}" type="pres">
      <dgm:prSet presAssocID="{6B59DBD3-6C68-4216-AA4B-6555496CE9D4}" presName="sibTrans" presStyleLbl="bgSibTrans2D1" presStyleIdx="4" presStyleCnt="8"/>
      <dgm:spPr/>
    </dgm:pt>
    <dgm:pt modelId="{FE74BCD4-C7EB-483E-9E03-CF29A8927F92}" type="pres">
      <dgm:prSet presAssocID="{37ACA8F5-F2D1-4421-B502-29B1181127F7}" presName="compNode" presStyleCnt="0"/>
      <dgm:spPr/>
    </dgm:pt>
    <dgm:pt modelId="{3C9D3F95-8FEC-44C1-9D3E-67DC3C7F6497}" type="pres">
      <dgm:prSet presAssocID="{37ACA8F5-F2D1-4421-B502-29B1181127F7}" presName="dummyConnPt" presStyleCnt="0"/>
      <dgm:spPr/>
    </dgm:pt>
    <dgm:pt modelId="{A83F9103-BCDF-4293-8169-4EF81AA1E63D}" type="pres">
      <dgm:prSet presAssocID="{37ACA8F5-F2D1-4421-B502-29B1181127F7}" presName="node" presStyleLbl="node1" presStyleIdx="5" presStyleCnt="9">
        <dgm:presLayoutVars>
          <dgm:bulletEnabled val="1"/>
        </dgm:presLayoutVars>
      </dgm:prSet>
      <dgm:spPr/>
    </dgm:pt>
    <dgm:pt modelId="{62987BC3-B753-4D3F-9711-E808C2C1251D}" type="pres">
      <dgm:prSet presAssocID="{0AB7C0F9-4054-4E76-A748-EDD34DAC4515}" presName="sibTrans" presStyleLbl="bgSibTrans2D1" presStyleIdx="5" presStyleCnt="8"/>
      <dgm:spPr/>
    </dgm:pt>
    <dgm:pt modelId="{3113680C-4B6D-4A7B-86E8-3EB4B71758E7}" type="pres">
      <dgm:prSet presAssocID="{357B94C1-5E19-498F-83B4-D60D9064AE90}" presName="compNode" presStyleCnt="0"/>
      <dgm:spPr/>
    </dgm:pt>
    <dgm:pt modelId="{BDC1658F-8543-465F-99FC-45B0DA91A424}" type="pres">
      <dgm:prSet presAssocID="{357B94C1-5E19-498F-83B4-D60D9064AE90}" presName="dummyConnPt" presStyleCnt="0"/>
      <dgm:spPr/>
    </dgm:pt>
    <dgm:pt modelId="{0C619FE1-8DF1-454E-9687-A9C9B1BAC474}" type="pres">
      <dgm:prSet presAssocID="{357B94C1-5E19-498F-83B4-D60D9064AE90}" presName="node" presStyleLbl="node1" presStyleIdx="6" presStyleCnt="9">
        <dgm:presLayoutVars>
          <dgm:bulletEnabled val="1"/>
        </dgm:presLayoutVars>
      </dgm:prSet>
      <dgm:spPr/>
    </dgm:pt>
    <dgm:pt modelId="{CC88962B-ACC2-456B-A0EC-AE62014F2D57}" type="pres">
      <dgm:prSet presAssocID="{410A2BB0-591C-43B2-A423-58C32D1FFF08}" presName="sibTrans" presStyleLbl="bgSibTrans2D1" presStyleIdx="6" presStyleCnt="8"/>
      <dgm:spPr/>
    </dgm:pt>
    <dgm:pt modelId="{AD788483-79D7-4E05-B198-DE373B9DCB37}" type="pres">
      <dgm:prSet presAssocID="{F151A624-2DEE-4024-9FB2-12875EF295A0}" presName="compNode" presStyleCnt="0"/>
      <dgm:spPr/>
    </dgm:pt>
    <dgm:pt modelId="{FF33E835-4F8E-4483-9E65-D57D6D7F61F8}" type="pres">
      <dgm:prSet presAssocID="{F151A624-2DEE-4024-9FB2-12875EF295A0}" presName="dummyConnPt" presStyleCnt="0"/>
      <dgm:spPr/>
    </dgm:pt>
    <dgm:pt modelId="{C27DDEFE-FF90-4C83-A687-1F24E84179DB}" type="pres">
      <dgm:prSet presAssocID="{F151A624-2DEE-4024-9FB2-12875EF295A0}" presName="node" presStyleLbl="node1" presStyleIdx="7" presStyleCnt="9">
        <dgm:presLayoutVars>
          <dgm:bulletEnabled val="1"/>
        </dgm:presLayoutVars>
      </dgm:prSet>
      <dgm:spPr/>
    </dgm:pt>
    <dgm:pt modelId="{8B599CBE-CA11-4D05-80F0-622C62533AB7}" type="pres">
      <dgm:prSet presAssocID="{E50809FF-1D35-4A32-8007-CEE50B2BFD5B}" presName="sibTrans" presStyleLbl="bgSibTrans2D1" presStyleIdx="7" presStyleCnt="8"/>
      <dgm:spPr/>
    </dgm:pt>
    <dgm:pt modelId="{BEA943FA-AE3E-4AB9-B49A-22B7E6FD19D9}" type="pres">
      <dgm:prSet presAssocID="{6C0CAB79-DCC4-49C2-97B4-3A72D6E1583E}" presName="compNode" presStyleCnt="0"/>
      <dgm:spPr/>
    </dgm:pt>
    <dgm:pt modelId="{8FCFE338-3750-41FA-9727-791B81BBFBBB}" type="pres">
      <dgm:prSet presAssocID="{6C0CAB79-DCC4-49C2-97B4-3A72D6E1583E}" presName="dummyConnPt" presStyleCnt="0"/>
      <dgm:spPr/>
    </dgm:pt>
    <dgm:pt modelId="{6D5DE176-1384-40B9-891F-91E6E0DAF2D9}" type="pres">
      <dgm:prSet presAssocID="{6C0CAB79-DCC4-49C2-97B4-3A72D6E1583E}" presName="node" presStyleLbl="node1" presStyleIdx="8" presStyleCnt="9">
        <dgm:presLayoutVars>
          <dgm:bulletEnabled val="1"/>
        </dgm:presLayoutVars>
      </dgm:prSet>
      <dgm:spPr/>
    </dgm:pt>
  </dgm:ptLst>
  <dgm:cxnLst>
    <dgm:cxn modelId="{145B2002-5C02-45D1-B5BD-78F92F550FFF}" type="presOf" srcId="{996D585D-458C-403F-ABB5-C9B5810A1CA7}" destId="{31129923-72A7-4F58-A69A-75D9EB627485}" srcOrd="0" destOrd="0" presId="urn:microsoft.com/office/officeart/2005/8/layout/bProcess4"/>
    <dgm:cxn modelId="{F0F4860E-C115-45C4-86D8-A1AA74DFBC72}" type="presOf" srcId="{4EE229A8-B669-4765-B50B-C3471FFE8A0D}" destId="{05681DD0-EF9D-4DD3-9FDC-37D2A7123BC5}" srcOrd="0" destOrd="0" presId="urn:microsoft.com/office/officeart/2005/8/layout/bProcess4"/>
    <dgm:cxn modelId="{759B3214-3913-4103-A283-F32F4FF51BDB}" type="presOf" srcId="{9951D3EA-C99A-442B-B293-1E7072F15AA4}" destId="{E05FECD7-6130-467B-9A83-07E339EBCB6D}" srcOrd="0" destOrd="0" presId="urn:microsoft.com/office/officeart/2005/8/layout/bProcess4"/>
    <dgm:cxn modelId="{0F3A0C26-F714-4594-8EC0-D79946F37778}" srcId="{9E1DC667-2716-4A58-B64E-3ACAC0BA108A}" destId="{6AE61256-40B1-41D2-B9B2-F696853607DD}" srcOrd="4" destOrd="0" parTransId="{1F264BBE-F363-454A-8A8A-DAAA3824B942}" sibTransId="{6B59DBD3-6C68-4216-AA4B-6555496CE9D4}"/>
    <dgm:cxn modelId="{954F222C-BD22-4FC7-B2F1-7653E0B77CF1}" type="presOf" srcId="{A5EF3C76-0B0C-41C6-8F06-019385F1773B}" destId="{5499A12A-41F1-46AD-9228-A79264CDC68D}" srcOrd="0" destOrd="0" presId="urn:microsoft.com/office/officeart/2005/8/layout/bProcess4"/>
    <dgm:cxn modelId="{2FB9C135-E4C9-4E92-AC2F-E492B317CEC4}" type="presOf" srcId="{0E9E06EB-C872-4F7F-944D-91CDB554AC41}" destId="{E23A88E8-3310-4988-84D1-7B91BCB83568}" srcOrd="0" destOrd="0" presId="urn:microsoft.com/office/officeart/2005/8/layout/bProcess4"/>
    <dgm:cxn modelId="{A0D83E42-C6DA-4F0C-9ABB-6B080864A822}" type="presOf" srcId="{6B59DBD3-6C68-4216-AA4B-6555496CE9D4}" destId="{D68CAD17-77BC-441E-9612-81FC3C7D9F79}" srcOrd="0" destOrd="0" presId="urn:microsoft.com/office/officeart/2005/8/layout/bProcess4"/>
    <dgm:cxn modelId="{49155C62-E4A6-4ECD-8175-F0A48197E4F9}" srcId="{9E1DC667-2716-4A58-B64E-3ACAC0BA108A}" destId="{357B94C1-5E19-498F-83B4-D60D9064AE90}" srcOrd="6" destOrd="0" parTransId="{D718F6EB-BDF1-4106-8380-40645A345331}" sibTransId="{410A2BB0-591C-43B2-A423-58C32D1FFF08}"/>
    <dgm:cxn modelId="{97384E64-497F-489B-9D9F-311B5E46338F}" type="presOf" srcId="{0AB7C0F9-4054-4E76-A748-EDD34DAC4515}" destId="{62987BC3-B753-4D3F-9711-E808C2C1251D}" srcOrd="0" destOrd="0" presId="urn:microsoft.com/office/officeart/2005/8/layout/bProcess4"/>
    <dgm:cxn modelId="{7EC4FE46-2C53-4EF2-A9AD-081A69CD0C2A}" type="presOf" srcId="{9E1DC667-2716-4A58-B64E-3ACAC0BA108A}" destId="{BF332609-B142-4BE1-B6C0-3741A687DC76}" srcOrd="0" destOrd="0" presId="urn:microsoft.com/office/officeart/2005/8/layout/bProcess4"/>
    <dgm:cxn modelId="{12BC9E4D-F90C-400A-93C3-DF0236C4517C}" type="presOf" srcId="{357B94C1-5E19-498F-83B4-D60D9064AE90}" destId="{0C619FE1-8DF1-454E-9687-A9C9B1BAC474}" srcOrd="0" destOrd="0" presId="urn:microsoft.com/office/officeart/2005/8/layout/bProcess4"/>
    <dgm:cxn modelId="{79310B56-CEB8-43FF-B84E-BE3AFB105E30}" srcId="{9E1DC667-2716-4A58-B64E-3ACAC0BA108A}" destId="{A5EF3C76-0B0C-41C6-8F06-019385F1773B}" srcOrd="0" destOrd="0" parTransId="{DD09974E-7364-4D4A-BACB-C39EC3147EC1}" sibTransId="{996D585D-458C-403F-ABB5-C9B5810A1CA7}"/>
    <dgm:cxn modelId="{8FAB6656-215F-4EC5-A9B0-0269983253D1}" type="presOf" srcId="{410A2BB0-591C-43B2-A423-58C32D1FFF08}" destId="{CC88962B-ACC2-456B-A0EC-AE62014F2D57}" srcOrd="0" destOrd="0" presId="urn:microsoft.com/office/officeart/2005/8/layout/bProcess4"/>
    <dgm:cxn modelId="{F2EC9077-43EC-4261-9D3F-B685DB416AB3}" srcId="{9E1DC667-2716-4A58-B64E-3ACAC0BA108A}" destId="{37ACA8F5-F2D1-4421-B502-29B1181127F7}" srcOrd="5" destOrd="0" parTransId="{2FDFD924-9BBD-4B70-BBD1-81AA77C7F1D5}" sibTransId="{0AB7C0F9-4054-4E76-A748-EDD34DAC4515}"/>
    <dgm:cxn modelId="{B69A278C-06D2-4072-B17B-D5E4AE0C368C}" type="presOf" srcId="{6AE61256-40B1-41D2-B9B2-F696853607DD}" destId="{10603F2E-53CE-4BF9-9211-413BB183F4ED}" srcOrd="0" destOrd="0" presId="urn:microsoft.com/office/officeart/2005/8/layout/bProcess4"/>
    <dgm:cxn modelId="{72E37594-065B-4D05-922E-4C194933AAB4}" srcId="{9E1DC667-2716-4A58-B64E-3ACAC0BA108A}" destId="{0E9E06EB-C872-4F7F-944D-91CDB554AC41}" srcOrd="1" destOrd="0" parTransId="{AF4B4FF0-C697-45AC-A3A0-07010FF87987}" sibTransId="{B62FB5AA-BCA8-4853-9310-D200CF141310}"/>
    <dgm:cxn modelId="{A632F897-7AE8-4FE4-A87E-AB283E0881B8}" type="presOf" srcId="{DA7ADC75-917F-464C-93D7-C9C09E44F7D3}" destId="{987886F9-7376-429F-BA3C-7BA037B7C6E1}" srcOrd="0" destOrd="0" presId="urn:microsoft.com/office/officeart/2005/8/layout/bProcess4"/>
    <dgm:cxn modelId="{891AB2B0-AD43-494E-80EA-61A0AB346302}" type="presOf" srcId="{6C0CAB79-DCC4-49C2-97B4-3A72D6E1583E}" destId="{6D5DE176-1384-40B9-891F-91E6E0DAF2D9}" srcOrd="0" destOrd="0" presId="urn:microsoft.com/office/officeart/2005/8/layout/bProcess4"/>
    <dgm:cxn modelId="{5B9B5BB2-E4DC-4F2E-BF17-06085577ADAD}" type="presOf" srcId="{F151A624-2DEE-4024-9FB2-12875EF295A0}" destId="{C27DDEFE-FF90-4C83-A687-1F24E84179DB}" srcOrd="0" destOrd="0" presId="urn:microsoft.com/office/officeart/2005/8/layout/bProcess4"/>
    <dgm:cxn modelId="{A2FDCEB9-99D1-4834-A68A-1CA3CAEDCE7C}" type="presOf" srcId="{37ACA8F5-F2D1-4421-B502-29B1181127F7}" destId="{A83F9103-BCDF-4293-8169-4EF81AA1E63D}" srcOrd="0" destOrd="0" presId="urn:microsoft.com/office/officeart/2005/8/layout/bProcess4"/>
    <dgm:cxn modelId="{C3BE7DCE-05B2-406D-B5DF-07CDC7C7ACB7}" type="presOf" srcId="{E50809FF-1D35-4A32-8007-CEE50B2BFD5B}" destId="{8B599CBE-CA11-4D05-80F0-622C62533AB7}" srcOrd="0" destOrd="0" presId="urn:microsoft.com/office/officeart/2005/8/layout/bProcess4"/>
    <dgm:cxn modelId="{BAB243DC-9E92-45B2-B2AA-63E4FD06D752}" srcId="{9E1DC667-2716-4A58-B64E-3ACAC0BA108A}" destId="{6C0CAB79-DCC4-49C2-97B4-3A72D6E1583E}" srcOrd="8" destOrd="0" parTransId="{2A8696C8-E477-4932-A31D-5824C1C9948E}" sibTransId="{CB091E6D-475A-48E1-87A6-B9DCA5FBE1FE}"/>
    <dgm:cxn modelId="{548AF6E1-3782-4DE0-AFA7-8477A41A7C99}" srcId="{9E1DC667-2716-4A58-B64E-3ACAC0BA108A}" destId="{F151A624-2DEE-4024-9FB2-12875EF295A0}" srcOrd="7" destOrd="0" parTransId="{0624343D-900B-4C0A-B5FF-57221BFAA234}" sibTransId="{E50809FF-1D35-4A32-8007-CEE50B2BFD5B}"/>
    <dgm:cxn modelId="{3F18D1FB-F36F-46A1-95F2-80288240641D}" type="presOf" srcId="{F87612B8-C75C-42D7-8C8D-3E9C74E65F9F}" destId="{6EE1A6A1-568A-46EF-8FDF-0605BCDD8BD1}" srcOrd="0" destOrd="0" presId="urn:microsoft.com/office/officeart/2005/8/layout/bProcess4"/>
    <dgm:cxn modelId="{A2B7D9FB-F64E-4066-A8F4-24E02B39620B}" type="presOf" srcId="{B62FB5AA-BCA8-4853-9310-D200CF141310}" destId="{E7C27FFB-5A12-4C27-89E2-ECA66A01D411}" srcOrd="0" destOrd="0" presId="urn:microsoft.com/office/officeart/2005/8/layout/bProcess4"/>
    <dgm:cxn modelId="{24248DFD-9241-46F3-B839-E4780EE8930A}" srcId="{9E1DC667-2716-4A58-B64E-3ACAC0BA108A}" destId="{F87612B8-C75C-42D7-8C8D-3E9C74E65F9F}" srcOrd="3" destOrd="0" parTransId="{16C10888-B00B-45C7-86D6-FFF07F4C3B5A}" sibTransId="{DA7ADC75-917F-464C-93D7-C9C09E44F7D3}"/>
    <dgm:cxn modelId="{583A98FE-0F1E-4EA3-87B0-AA5067FA2D4B}" srcId="{9E1DC667-2716-4A58-B64E-3ACAC0BA108A}" destId="{9951D3EA-C99A-442B-B293-1E7072F15AA4}" srcOrd="2" destOrd="0" parTransId="{9B6160CE-2627-4062-94B2-85BE9319B0C9}" sibTransId="{4EE229A8-B669-4765-B50B-C3471FFE8A0D}"/>
    <dgm:cxn modelId="{131393F4-8861-468D-8A6B-ED2A107E537D}" type="presParOf" srcId="{BF332609-B142-4BE1-B6C0-3741A687DC76}" destId="{64A65D08-2CA7-4168-92A6-CC2DFF2F6D3A}" srcOrd="0" destOrd="0" presId="urn:microsoft.com/office/officeart/2005/8/layout/bProcess4"/>
    <dgm:cxn modelId="{BD0042E3-4E21-4B3A-9A47-EC6F346CEEBA}" type="presParOf" srcId="{64A65D08-2CA7-4168-92A6-CC2DFF2F6D3A}" destId="{E489FAD0-6637-49A8-A608-806A9E55A0F7}" srcOrd="0" destOrd="0" presId="urn:microsoft.com/office/officeart/2005/8/layout/bProcess4"/>
    <dgm:cxn modelId="{7A8F9018-607F-48EA-92D2-501301D09896}" type="presParOf" srcId="{64A65D08-2CA7-4168-92A6-CC2DFF2F6D3A}" destId="{5499A12A-41F1-46AD-9228-A79264CDC68D}" srcOrd="1" destOrd="0" presId="urn:microsoft.com/office/officeart/2005/8/layout/bProcess4"/>
    <dgm:cxn modelId="{61529A4B-7355-436A-9DC2-72EAFB85939B}" type="presParOf" srcId="{BF332609-B142-4BE1-B6C0-3741A687DC76}" destId="{31129923-72A7-4F58-A69A-75D9EB627485}" srcOrd="1" destOrd="0" presId="urn:microsoft.com/office/officeart/2005/8/layout/bProcess4"/>
    <dgm:cxn modelId="{815F19DC-8E2E-4C4C-9296-E9B647E82883}" type="presParOf" srcId="{BF332609-B142-4BE1-B6C0-3741A687DC76}" destId="{B84247CF-2EF3-480C-BF43-52BFFA527D43}" srcOrd="2" destOrd="0" presId="urn:microsoft.com/office/officeart/2005/8/layout/bProcess4"/>
    <dgm:cxn modelId="{04A08728-369D-4051-81A0-159F511993E5}" type="presParOf" srcId="{B84247CF-2EF3-480C-BF43-52BFFA527D43}" destId="{F8EFCE7E-EC48-4A9A-8A28-E9ACF661BFDF}" srcOrd="0" destOrd="0" presId="urn:microsoft.com/office/officeart/2005/8/layout/bProcess4"/>
    <dgm:cxn modelId="{593F1B3B-5AF2-4604-AC04-62100F3B6707}" type="presParOf" srcId="{B84247CF-2EF3-480C-BF43-52BFFA527D43}" destId="{E23A88E8-3310-4988-84D1-7B91BCB83568}" srcOrd="1" destOrd="0" presId="urn:microsoft.com/office/officeart/2005/8/layout/bProcess4"/>
    <dgm:cxn modelId="{5BE03FF2-A1CE-4C03-9DB3-E4176859C56A}" type="presParOf" srcId="{BF332609-B142-4BE1-B6C0-3741A687DC76}" destId="{E7C27FFB-5A12-4C27-89E2-ECA66A01D411}" srcOrd="3" destOrd="0" presId="urn:microsoft.com/office/officeart/2005/8/layout/bProcess4"/>
    <dgm:cxn modelId="{2D71B2AD-7B76-4863-80D0-067A0EB2E44A}" type="presParOf" srcId="{BF332609-B142-4BE1-B6C0-3741A687DC76}" destId="{5F0D0493-59FB-4F1A-8C25-532E570C241A}" srcOrd="4" destOrd="0" presId="urn:microsoft.com/office/officeart/2005/8/layout/bProcess4"/>
    <dgm:cxn modelId="{F26A2B6C-54DC-4DFA-B7BA-8CF1D0893484}" type="presParOf" srcId="{5F0D0493-59FB-4F1A-8C25-532E570C241A}" destId="{B420CDFC-5C08-40BB-8228-1E351576E6C2}" srcOrd="0" destOrd="0" presId="urn:microsoft.com/office/officeart/2005/8/layout/bProcess4"/>
    <dgm:cxn modelId="{7A4DC0B3-B3A8-4805-ADDD-A7B8D20C4701}" type="presParOf" srcId="{5F0D0493-59FB-4F1A-8C25-532E570C241A}" destId="{E05FECD7-6130-467B-9A83-07E339EBCB6D}" srcOrd="1" destOrd="0" presId="urn:microsoft.com/office/officeart/2005/8/layout/bProcess4"/>
    <dgm:cxn modelId="{35E6E790-53A8-4E6C-BE87-726C0E4BFF51}" type="presParOf" srcId="{BF332609-B142-4BE1-B6C0-3741A687DC76}" destId="{05681DD0-EF9D-4DD3-9FDC-37D2A7123BC5}" srcOrd="5" destOrd="0" presId="urn:microsoft.com/office/officeart/2005/8/layout/bProcess4"/>
    <dgm:cxn modelId="{BF7ECBEC-FAB3-464D-A23C-ADCEBDF0D5B6}" type="presParOf" srcId="{BF332609-B142-4BE1-B6C0-3741A687DC76}" destId="{B2D05BD6-373A-471C-95B5-7BC2FFF25C41}" srcOrd="6" destOrd="0" presId="urn:microsoft.com/office/officeart/2005/8/layout/bProcess4"/>
    <dgm:cxn modelId="{1DC511F5-F294-4439-A685-6AD74DB4DF02}" type="presParOf" srcId="{B2D05BD6-373A-471C-95B5-7BC2FFF25C41}" destId="{737A3485-57B6-41E9-80F8-C22C93AB51ED}" srcOrd="0" destOrd="0" presId="urn:microsoft.com/office/officeart/2005/8/layout/bProcess4"/>
    <dgm:cxn modelId="{1277AD93-AB3B-440F-BAD6-9C3F97C78133}" type="presParOf" srcId="{B2D05BD6-373A-471C-95B5-7BC2FFF25C41}" destId="{6EE1A6A1-568A-46EF-8FDF-0605BCDD8BD1}" srcOrd="1" destOrd="0" presId="urn:microsoft.com/office/officeart/2005/8/layout/bProcess4"/>
    <dgm:cxn modelId="{457F2DC5-8E6E-42A7-AC39-B0B49625EE2C}" type="presParOf" srcId="{BF332609-B142-4BE1-B6C0-3741A687DC76}" destId="{987886F9-7376-429F-BA3C-7BA037B7C6E1}" srcOrd="7" destOrd="0" presId="urn:microsoft.com/office/officeart/2005/8/layout/bProcess4"/>
    <dgm:cxn modelId="{1DBCC908-757E-4A65-A2A8-F32B7C4337C2}" type="presParOf" srcId="{BF332609-B142-4BE1-B6C0-3741A687DC76}" destId="{9A2709FD-2D62-4BBB-979A-C4C835023023}" srcOrd="8" destOrd="0" presId="urn:microsoft.com/office/officeart/2005/8/layout/bProcess4"/>
    <dgm:cxn modelId="{07372194-D80A-43A3-A55A-B7CB0A2BA7F0}" type="presParOf" srcId="{9A2709FD-2D62-4BBB-979A-C4C835023023}" destId="{5FBE2E2F-F75D-403C-BA78-6EA97CF2E242}" srcOrd="0" destOrd="0" presId="urn:microsoft.com/office/officeart/2005/8/layout/bProcess4"/>
    <dgm:cxn modelId="{EE295265-FD2B-4FE2-A665-D6DA29B5330A}" type="presParOf" srcId="{9A2709FD-2D62-4BBB-979A-C4C835023023}" destId="{10603F2E-53CE-4BF9-9211-413BB183F4ED}" srcOrd="1" destOrd="0" presId="urn:microsoft.com/office/officeart/2005/8/layout/bProcess4"/>
    <dgm:cxn modelId="{4B033298-4663-4437-85B7-68B725C4BA7B}" type="presParOf" srcId="{BF332609-B142-4BE1-B6C0-3741A687DC76}" destId="{D68CAD17-77BC-441E-9612-81FC3C7D9F79}" srcOrd="9" destOrd="0" presId="urn:microsoft.com/office/officeart/2005/8/layout/bProcess4"/>
    <dgm:cxn modelId="{932BFBA3-D8A9-4B23-9369-AA8B9BB3B6DF}" type="presParOf" srcId="{BF332609-B142-4BE1-B6C0-3741A687DC76}" destId="{FE74BCD4-C7EB-483E-9E03-CF29A8927F92}" srcOrd="10" destOrd="0" presId="urn:microsoft.com/office/officeart/2005/8/layout/bProcess4"/>
    <dgm:cxn modelId="{E2B8EB3D-0BAC-400C-B9C8-82F8D54B2450}" type="presParOf" srcId="{FE74BCD4-C7EB-483E-9E03-CF29A8927F92}" destId="{3C9D3F95-8FEC-44C1-9D3E-67DC3C7F6497}" srcOrd="0" destOrd="0" presId="urn:microsoft.com/office/officeart/2005/8/layout/bProcess4"/>
    <dgm:cxn modelId="{A176B1C6-CAE1-4B79-BDDF-A747227EA1CF}" type="presParOf" srcId="{FE74BCD4-C7EB-483E-9E03-CF29A8927F92}" destId="{A83F9103-BCDF-4293-8169-4EF81AA1E63D}" srcOrd="1" destOrd="0" presId="urn:microsoft.com/office/officeart/2005/8/layout/bProcess4"/>
    <dgm:cxn modelId="{2ABE1ED2-6CE5-43D2-882F-B194068A7EE3}" type="presParOf" srcId="{BF332609-B142-4BE1-B6C0-3741A687DC76}" destId="{62987BC3-B753-4D3F-9711-E808C2C1251D}" srcOrd="11" destOrd="0" presId="urn:microsoft.com/office/officeart/2005/8/layout/bProcess4"/>
    <dgm:cxn modelId="{F9030A61-8B7C-4C16-9DD6-A98802AEE281}" type="presParOf" srcId="{BF332609-B142-4BE1-B6C0-3741A687DC76}" destId="{3113680C-4B6D-4A7B-86E8-3EB4B71758E7}" srcOrd="12" destOrd="0" presId="urn:microsoft.com/office/officeart/2005/8/layout/bProcess4"/>
    <dgm:cxn modelId="{C06D9D0D-6147-40C0-B988-C7303F6430CE}" type="presParOf" srcId="{3113680C-4B6D-4A7B-86E8-3EB4B71758E7}" destId="{BDC1658F-8543-465F-99FC-45B0DA91A424}" srcOrd="0" destOrd="0" presId="urn:microsoft.com/office/officeart/2005/8/layout/bProcess4"/>
    <dgm:cxn modelId="{6AFC01A1-82AD-405A-8615-C7E5A0053945}" type="presParOf" srcId="{3113680C-4B6D-4A7B-86E8-3EB4B71758E7}" destId="{0C619FE1-8DF1-454E-9687-A9C9B1BAC474}" srcOrd="1" destOrd="0" presId="urn:microsoft.com/office/officeart/2005/8/layout/bProcess4"/>
    <dgm:cxn modelId="{C6858352-2FC7-4B45-9215-F06A19403302}" type="presParOf" srcId="{BF332609-B142-4BE1-B6C0-3741A687DC76}" destId="{CC88962B-ACC2-456B-A0EC-AE62014F2D57}" srcOrd="13" destOrd="0" presId="urn:microsoft.com/office/officeart/2005/8/layout/bProcess4"/>
    <dgm:cxn modelId="{40F1607E-4477-4719-8F14-0CBAA718CB10}" type="presParOf" srcId="{BF332609-B142-4BE1-B6C0-3741A687DC76}" destId="{AD788483-79D7-4E05-B198-DE373B9DCB37}" srcOrd="14" destOrd="0" presId="urn:microsoft.com/office/officeart/2005/8/layout/bProcess4"/>
    <dgm:cxn modelId="{7F8474D8-B036-48D6-913B-FDE367EC0801}" type="presParOf" srcId="{AD788483-79D7-4E05-B198-DE373B9DCB37}" destId="{FF33E835-4F8E-4483-9E65-D57D6D7F61F8}" srcOrd="0" destOrd="0" presId="urn:microsoft.com/office/officeart/2005/8/layout/bProcess4"/>
    <dgm:cxn modelId="{0ECF2862-590D-406C-A1A9-1A8A41E3D463}" type="presParOf" srcId="{AD788483-79D7-4E05-B198-DE373B9DCB37}" destId="{C27DDEFE-FF90-4C83-A687-1F24E84179DB}" srcOrd="1" destOrd="0" presId="urn:microsoft.com/office/officeart/2005/8/layout/bProcess4"/>
    <dgm:cxn modelId="{1C0D888B-D092-4F56-AD5B-411AB9396620}" type="presParOf" srcId="{BF332609-B142-4BE1-B6C0-3741A687DC76}" destId="{8B599CBE-CA11-4D05-80F0-622C62533AB7}" srcOrd="15" destOrd="0" presId="urn:microsoft.com/office/officeart/2005/8/layout/bProcess4"/>
    <dgm:cxn modelId="{7E87C88B-4BEC-4A83-95D2-42D33490E049}" type="presParOf" srcId="{BF332609-B142-4BE1-B6C0-3741A687DC76}" destId="{BEA943FA-AE3E-4AB9-B49A-22B7E6FD19D9}" srcOrd="16" destOrd="0" presId="urn:microsoft.com/office/officeart/2005/8/layout/bProcess4"/>
    <dgm:cxn modelId="{82B798C4-7D10-45EA-8171-E94011BCE2BA}" type="presParOf" srcId="{BEA943FA-AE3E-4AB9-B49A-22B7E6FD19D9}" destId="{8FCFE338-3750-41FA-9727-791B81BBFBBB}" srcOrd="0" destOrd="0" presId="urn:microsoft.com/office/officeart/2005/8/layout/bProcess4"/>
    <dgm:cxn modelId="{3360A107-5542-4FCF-A15D-2FEA281B1572}" type="presParOf" srcId="{BEA943FA-AE3E-4AB9-B49A-22B7E6FD19D9}" destId="{6D5DE176-1384-40B9-891F-91E6E0DAF2D9}"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6AEC9C-2074-4CED-A3F2-02E07A2B6A51}">
      <dsp:nvSpPr>
        <dsp:cNvPr id="0" name=""/>
        <dsp:cNvSpPr/>
      </dsp:nvSpPr>
      <dsp:spPr>
        <a:xfrm>
          <a:off x="1142042" y="802987"/>
          <a:ext cx="771488" cy="7714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B04838-DF2C-44D2-8B62-FE6D8BD10A0C}">
      <dsp:nvSpPr>
        <dsp:cNvPr id="0" name=""/>
        <dsp:cNvSpPr/>
      </dsp:nvSpPr>
      <dsp:spPr>
        <a:xfrm>
          <a:off x="425660" y="1725310"/>
          <a:ext cx="2204251" cy="1674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t>Most DNA barcoding studies focus on species-level identification, and less attention is given to:</a:t>
          </a:r>
        </a:p>
      </dsp:txBody>
      <dsp:txXfrm>
        <a:off x="425660" y="1725310"/>
        <a:ext cx="2204251" cy="1674421"/>
      </dsp:txXfrm>
    </dsp:sp>
    <dsp:sp modelId="{F9BFB78A-1541-4366-8D1A-DECB799F2E5E}">
      <dsp:nvSpPr>
        <dsp:cNvPr id="0" name=""/>
        <dsp:cNvSpPr/>
      </dsp:nvSpPr>
      <dsp:spPr>
        <a:xfrm>
          <a:off x="102814" y="3412537"/>
          <a:ext cx="3025930" cy="845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Higher taxonomic classifications like subfamilies</a:t>
          </a:r>
        </a:p>
        <a:p>
          <a:pPr marL="0" lvl="0" indent="0" algn="ctr" defTabSz="800100">
            <a:lnSpc>
              <a:spcPct val="100000"/>
            </a:lnSpc>
            <a:spcBef>
              <a:spcPct val="0"/>
            </a:spcBef>
            <a:spcAft>
              <a:spcPct val="35000"/>
            </a:spcAft>
            <a:buNone/>
          </a:pPr>
          <a:r>
            <a:rPr lang="en-US" sz="1800" kern="1200" dirty="0"/>
            <a:t>Performance comparisons between different machine-learning models</a:t>
          </a:r>
        </a:p>
      </dsp:txBody>
      <dsp:txXfrm>
        <a:off x="102814" y="3412537"/>
        <a:ext cx="3025930" cy="845919"/>
      </dsp:txXfrm>
    </dsp:sp>
    <dsp:sp modelId="{444976FA-7FFA-418E-BBA2-F9CC284F3135}">
      <dsp:nvSpPr>
        <dsp:cNvPr id="0" name=""/>
        <dsp:cNvSpPr/>
      </dsp:nvSpPr>
      <dsp:spPr>
        <a:xfrm>
          <a:off x="4466869" y="804242"/>
          <a:ext cx="771488" cy="7714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A34C40-BA9B-494A-AA2A-6C2EDF48C396}">
      <dsp:nvSpPr>
        <dsp:cNvPr id="0" name=""/>
        <dsp:cNvSpPr/>
      </dsp:nvSpPr>
      <dsp:spPr>
        <a:xfrm>
          <a:off x="3426495" y="1726565"/>
          <a:ext cx="2852235" cy="1674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t>Random forests perform well on:</a:t>
          </a:r>
        </a:p>
      </dsp:txBody>
      <dsp:txXfrm>
        <a:off x="3426495" y="1726565"/>
        <a:ext cx="2852235" cy="1674421"/>
      </dsp:txXfrm>
    </dsp:sp>
    <dsp:sp modelId="{644355E8-E63A-4991-A289-0C28FDF8ED1F}">
      <dsp:nvSpPr>
        <dsp:cNvPr id="0" name=""/>
        <dsp:cNvSpPr/>
      </dsp:nvSpPr>
      <dsp:spPr>
        <a:xfrm>
          <a:off x="3755094" y="2398457"/>
          <a:ext cx="2204251" cy="840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Ecological classification problems [2]</a:t>
          </a:r>
        </a:p>
      </dsp:txBody>
      <dsp:txXfrm>
        <a:off x="3755094" y="2398457"/>
        <a:ext cx="2204251" cy="840900"/>
      </dsp:txXfrm>
    </dsp:sp>
    <dsp:sp modelId="{D17A435D-B87F-4448-8B17-D49B9243614B}">
      <dsp:nvSpPr>
        <dsp:cNvPr id="0" name=""/>
        <dsp:cNvSpPr/>
      </dsp:nvSpPr>
      <dsp:spPr>
        <a:xfrm>
          <a:off x="7380856" y="804242"/>
          <a:ext cx="771488" cy="7714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807503-D0C7-46CD-94A9-A1CC60482F54}">
      <dsp:nvSpPr>
        <dsp:cNvPr id="0" name=""/>
        <dsp:cNvSpPr/>
      </dsp:nvSpPr>
      <dsp:spPr>
        <a:xfrm>
          <a:off x="6664474" y="1726565"/>
          <a:ext cx="2204251" cy="1674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t>SVMs perform well on:</a:t>
          </a:r>
        </a:p>
      </dsp:txBody>
      <dsp:txXfrm>
        <a:off x="6664474" y="1726565"/>
        <a:ext cx="2204251" cy="1674421"/>
      </dsp:txXfrm>
    </dsp:sp>
    <dsp:sp modelId="{31D3EF32-B323-4F60-B690-4D8355EB4A1B}">
      <dsp:nvSpPr>
        <dsp:cNvPr id="0" name=""/>
        <dsp:cNvSpPr/>
      </dsp:nvSpPr>
      <dsp:spPr>
        <a:xfrm>
          <a:off x="6666172" y="2355974"/>
          <a:ext cx="2204251" cy="840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Genetic expression data classification tasks [6]</a:t>
          </a:r>
        </a:p>
      </dsp:txBody>
      <dsp:txXfrm>
        <a:off x="6666172" y="2355974"/>
        <a:ext cx="2204251" cy="840900"/>
      </dsp:txXfrm>
    </dsp:sp>
    <dsp:sp modelId="{2C609827-85DD-4833-9BCE-671A21745A6E}">
      <dsp:nvSpPr>
        <dsp:cNvPr id="0" name=""/>
        <dsp:cNvSpPr/>
      </dsp:nvSpPr>
      <dsp:spPr>
        <a:xfrm>
          <a:off x="9970852" y="804242"/>
          <a:ext cx="771488" cy="7714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EB7A1B-C159-49BC-A1D7-2777A1312A3A}">
      <dsp:nvSpPr>
        <dsp:cNvPr id="0" name=""/>
        <dsp:cNvSpPr/>
      </dsp:nvSpPr>
      <dsp:spPr>
        <a:xfrm>
          <a:off x="9269291" y="1792110"/>
          <a:ext cx="2204251" cy="3067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kern="1200" dirty="0"/>
            <a:t>Few studies compare RF vs SVM performance across multiple biological classification levels, especially in insect DNA barcoding</a:t>
          </a:r>
        </a:p>
      </dsp:txBody>
      <dsp:txXfrm>
        <a:off x="9269291" y="1792110"/>
        <a:ext cx="2204251" cy="3067323"/>
      </dsp:txXfrm>
    </dsp:sp>
    <dsp:sp modelId="{04574445-86B1-40F3-BF69-0129E2F19BF5}">
      <dsp:nvSpPr>
        <dsp:cNvPr id="0" name=""/>
        <dsp:cNvSpPr/>
      </dsp:nvSpPr>
      <dsp:spPr>
        <a:xfrm>
          <a:off x="9254470" y="3471143"/>
          <a:ext cx="2204251" cy="840900"/>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29923-72A7-4F58-A69A-75D9EB627485}">
      <dsp:nvSpPr>
        <dsp:cNvPr id="0" name=""/>
        <dsp:cNvSpPr/>
      </dsp:nvSpPr>
      <dsp:spPr>
        <a:xfrm rot="5400000">
          <a:off x="-372471" y="1574536"/>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499A12A-41F1-46AD-9228-A79264CDC68D}">
      <dsp:nvSpPr>
        <dsp:cNvPr id="0" name=""/>
        <dsp:cNvSpPr/>
      </dsp:nvSpPr>
      <dsp:spPr>
        <a:xfrm>
          <a:off x="4068" y="520918"/>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Downloaded COI &amp; COII butterfly sequences</a:t>
          </a:r>
          <a:br>
            <a:rPr lang="en-US" sz="1600" kern="1200" dirty="0"/>
          </a:br>
          <a:r>
            <a:rPr lang="en-US" sz="1600" kern="1200" dirty="0"/>
            <a:t>from BOLD &amp; GenBank</a:t>
          </a:r>
        </a:p>
      </dsp:txBody>
      <dsp:txXfrm>
        <a:off x="42867" y="559717"/>
        <a:ext cx="2130203" cy="1247082"/>
      </dsp:txXfrm>
    </dsp:sp>
    <dsp:sp modelId="{E7C27FFB-5A12-4C27-89E2-ECA66A01D411}">
      <dsp:nvSpPr>
        <dsp:cNvPr id="0" name=""/>
        <dsp:cNvSpPr/>
      </dsp:nvSpPr>
      <dsp:spPr>
        <a:xfrm rot="5400000">
          <a:off x="-372471" y="3230387"/>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3A88E8-3310-4988-84D1-7B91BCB83568}">
      <dsp:nvSpPr>
        <dsp:cNvPr id="0" name=""/>
        <dsp:cNvSpPr/>
      </dsp:nvSpPr>
      <dsp:spPr>
        <a:xfrm>
          <a:off x="4068" y="2176769"/>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Cleaned and filtered sequences</a:t>
          </a:r>
          <a:br>
            <a:rPr lang="en-US" sz="1600" kern="1200" dirty="0"/>
          </a:br>
          <a:r>
            <a:rPr lang="en-US" sz="1600" kern="1200" dirty="0"/>
            <a:t>Removed incomplete or low-quality records</a:t>
          </a:r>
        </a:p>
      </dsp:txBody>
      <dsp:txXfrm>
        <a:off x="42867" y="2215568"/>
        <a:ext cx="2130203" cy="1247082"/>
      </dsp:txXfrm>
    </dsp:sp>
    <dsp:sp modelId="{05681DD0-EF9D-4DD3-9FDC-37D2A7123BC5}">
      <dsp:nvSpPr>
        <dsp:cNvPr id="0" name=""/>
        <dsp:cNvSpPr/>
      </dsp:nvSpPr>
      <dsp:spPr>
        <a:xfrm>
          <a:off x="455454" y="4058313"/>
          <a:ext cx="2926549"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5FECD7-6130-467B-9A83-07E339EBCB6D}">
      <dsp:nvSpPr>
        <dsp:cNvPr id="0" name=""/>
        <dsp:cNvSpPr/>
      </dsp:nvSpPr>
      <dsp:spPr>
        <a:xfrm>
          <a:off x="4068" y="3832620"/>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Separated by classification task</a:t>
          </a:r>
          <a:br>
            <a:rPr lang="en-CA" sz="1600" kern="1200" dirty="0"/>
          </a:br>
          <a:r>
            <a:rPr lang="en-CA" sz="1600" kern="1200" dirty="0"/>
            <a:t>Gene (COI vs COII)</a:t>
          </a:r>
          <a:br>
            <a:rPr lang="en-CA" sz="1600" kern="1200" dirty="0"/>
          </a:br>
          <a:r>
            <a:rPr lang="en-CA" sz="1600" kern="1200" dirty="0"/>
            <a:t>Subfamily (</a:t>
          </a:r>
          <a:r>
            <a:rPr lang="en-CA" sz="1600" kern="1200" dirty="0" err="1"/>
            <a:t>Danainae</a:t>
          </a:r>
          <a:r>
            <a:rPr lang="en-CA" sz="1600" kern="1200" dirty="0"/>
            <a:t> vs </a:t>
          </a:r>
          <a:r>
            <a:rPr lang="en-CA" sz="1600" kern="1200" dirty="0" err="1"/>
            <a:t>Heliconiinae</a:t>
          </a:r>
          <a:r>
            <a:rPr lang="en-CA" sz="1600" kern="1200" dirty="0"/>
            <a:t>)</a:t>
          </a:r>
          <a:endParaRPr lang="en-US" sz="1600" kern="1200" dirty="0"/>
        </a:p>
      </dsp:txBody>
      <dsp:txXfrm>
        <a:off x="42867" y="3871419"/>
        <a:ext cx="2130203" cy="1247082"/>
      </dsp:txXfrm>
    </dsp:sp>
    <dsp:sp modelId="{987886F9-7376-429F-BA3C-7BA037B7C6E1}">
      <dsp:nvSpPr>
        <dsp:cNvPr id="0" name=""/>
        <dsp:cNvSpPr/>
      </dsp:nvSpPr>
      <dsp:spPr>
        <a:xfrm rot="16200000">
          <a:off x="2563904" y="3230387"/>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EE1A6A1-568A-46EF-8FDF-0605BCDD8BD1}">
      <dsp:nvSpPr>
        <dsp:cNvPr id="0" name=""/>
        <dsp:cNvSpPr/>
      </dsp:nvSpPr>
      <dsp:spPr>
        <a:xfrm>
          <a:off x="2940443" y="3832620"/>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Calculated nucleotide proportions</a:t>
          </a:r>
          <a:br>
            <a:rPr lang="en-US" sz="1600" kern="1200"/>
          </a:br>
          <a:r>
            <a:rPr lang="en-US" sz="1600" kern="1200"/>
            <a:t>A, T, G, C for each sequence</a:t>
          </a:r>
        </a:p>
      </dsp:txBody>
      <dsp:txXfrm>
        <a:off x="2979242" y="3871419"/>
        <a:ext cx="2130203" cy="1247082"/>
      </dsp:txXfrm>
    </dsp:sp>
    <dsp:sp modelId="{D68CAD17-77BC-441E-9612-81FC3C7D9F79}">
      <dsp:nvSpPr>
        <dsp:cNvPr id="0" name=""/>
        <dsp:cNvSpPr/>
      </dsp:nvSpPr>
      <dsp:spPr>
        <a:xfrm rot="16200000">
          <a:off x="2563904" y="1574536"/>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0603F2E-53CE-4BF9-9211-413BB183F4ED}">
      <dsp:nvSpPr>
        <dsp:cNvPr id="0" name=""/>
        <dsp:cNvSpPr/>
      </dsp:nvSpPr>
      <dsp:spPr>
        <a:xfrm>
          <a:off x="2940443" y="2176769"/>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Generated sequence length histograms</a:t>
          </a:r>
          <a:br>
            <a:rPr lang="en-US" sz="1600" kern="1200" dirty="0"/>
          </a:br>
          <a:r>
            <a:rPr lang="en-US" sz="1600" kern="1200" dirty="0"/>
            <a:t>Compared COI lengths between subfamilies</a:t>
          </a:r>
        </a:p>
      </dsp:txBody>
      <dsp:txXfrm>
        <a:off x="2979242" y="2215568"/>
        <a:ext cx="2130203" cy="1247082"/>
      </dsp:txXfrm>
    </dsp:sp>
    <dsp:sp modelId="{62987BC3-B753-4D3F-9711-E808C2C1251D}">
      <dsp:nvSpPr>
        <dsp:cNvPr id="0" name=""/>
        <dsp:cNvSpPr/>
      </dsp:nvSpPr>
      <dsp:spPr>
        <a:xfrm>
          <a:off x="3391830" y="746611"/>
          <a:ext cx="2926549"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83F9103-BCDF-4293-8169-4EF81AA1E63D}">
      <dsp:nvSpPr>
        <dsp:cNvPr id="0" name=""/>
        <dsp:cNvSpPr/>
      </dsp:nvSpPr>
      <dsp:spPr>
        <a:xfrm>
          <a:off x="2940443" y="520918"/>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Prepared feature matrices for machine learning</a:t>
          </a:r>
        </a:p>
      </dsp:txBody>
      <dsp:txXfrm>
        <a:off x="2979242" y="559717"/>
        <a:ext cx="2130203" cy="1247082"/>
      </dsp:txXfrm>
    </dsp:sp>
    <dsp:sp modelId="{CC88962B-ACC2-456B-A0EC-AE62014F2D57}">
      <dsp:nvSpPr>
        <dsp:cNvPr id="0" name=""/>
        <dsp:cNvSpPr/>
      </dsp:nvSpPr>
      <dsp:spPr>
        <a:xfrm rot="5400000">
          <a:off x="5500280" y="1574536"/>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619FE1-8DF1-454E-9687-A9C9B1BAC474}">
      <dsp:nvSpPr>
        <dsp:cNvPr id="0" name=""/>
        <dsp:cNvSpPr/>
      </dsp:nvSpPr>
      <dsp:spPr>
        <a:xfrm>
          <a:off x="5876819" y="520918"/>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Split data into training and validation sets</a:t>
          </a:r>
        </a:p>
      </dsp:txBody>
      <dsp:txXfrm>
        <a:off x="5915618" y="559717"/>
        <a:ext cx="2130203" cy="1247082"/>
      </dsp:txXfrm>
    </dsp:sp>
    <dsp:sp modelId="{8B599CBE-CA11-4D05-80F0-622C62533AB7}">
      <dsp:nvSpPr>
        <dsp:cNvPr id="0" name=""/>
        <dsp:cNvSpPr/>
      </dsp:nvSpPr>
      <dsp:spPr>
        <a:xfrm rot="5400000">
          <a:off x="5500280" y="3230387"/>
          <a:ext cx="1646024" cy="198702"/>
        </a:xfrm>
        <a:prstGeom prst="rect">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27DDEFE-FF90-4C83-A687-1F24E84179DB}">
      <dsp:nvSpPr>
        <dsp:cNvPr id="0" name=""/>
        <dsp:cNvSpPr/>
      </dsp:nvSpPr>
      <dsp:spPr>
        <a:xfrm>
          <a:off x="5876819" y="2176769"/>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kern="1200"/>
            <a:t>Trained Random Forest &amp; SVM classifiers</a:t>
          </a:r>
          <a:endParaRPr lang="en-US" sz="1600" kern="1200"/>
        </a:p>
      </dsp:txBody>
      <dsp:txXfrm>
        <a:off x="5915618" y="2215568"/>
        <a:ext cx="2130203" cy="1247082"/>
      </dsp:txXfrm>
    </dsp:sp>
    <dsp:sp modelId="{6D5DE176-1384-40B9-891F-91E6E0DAF2D9}">
      <dsp:nvSpPr>
        <dsp:cNvPr id="0" name=""/>
        <dsp:cNvSpPr/>
      </dsp:nvSpPr>
      <dsp:spPr>
        <a:xfrm>
          <a:off x="5876819" y="3832620"/>
          <a:ext cx="2207801" cy="132468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Evaluated models using ROC, AUC, and confusion matrices</a:t>
          </a:r>
        </a:p>
      </dsp:txBody>
      <dsp:txXfrm>
        <a:off x="5915618" y="3871419"/>
        <a:ext cx="2130203" cy="1247082"/>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2296E3-CFA5-49DA-ADDE-921D407FA957}" type="datetimeFigureOut">
              <a:rPr lang="en-CA" smtClean="0"/>
              <a:t>2025-12-05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EE14F-4966-432F-93DF-83384D7F94C1}" type="slidenum">
              <a:rPr lang="en-CA" smtClean="0"/>
              <a:t>‹#›</a:t>
            </a:fld>
            <a:endParaRPr lang="en-CA"/>
          </a:p>
        </p:txBody>
      </p:sp>
    </p:spTree>
    <p:extLst>
      <p:ext uri="{BB962C8B-B14F-4D97-AF65-F5344CB8AC3E}">
        <p14:creationId xmlns:p14="http://schemas.microsoft.com/office/powerpoint/2010/main" val="1412202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2BEE14F-4966-432F-93DF-83384D7F94C1}" type="slidenum">
              <a:rPr lang="en-CA" smtClean="0"/>
              <a:t>16</a:t>
            </a:fld>
            <a:endParaRPr lang="en-CA"/>
          </a:p>
        </p:txBody>
      </p:sp>
    </p:spTree>
    <p:extLst>
      <p:ext uri="{BB962C8B-B14F-4D97-AF65-F5344CB8AC3E}">
        <p14:creationId xmlns:p14="http://schemas.microsoft.com/office/powerpoint/2010/main" val="1498954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5189-8292-BC90-E61F-5B0FBE64FE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276C705-CCC7-8688-B32E-7F71D16F4C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C4E329E-540A-2768-6DB0-03ED03FD855F}"/>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845B6E7F-8206-E1FC-E496-9F4066A017B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A4B09AC-ABBC-9CB6-19EE-BC6812D7412A}"/>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1254174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7C1F5-8682-4DCB-4F46-EA096F3AE23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1975AB9-8CE5-3D5C-BBC6-F97C82873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774BC0D-3686-C6A8-B5DC-A8C602BEE009}"/>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E07E8E00-20AA-D2B7-8632-8655AB324DA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6A3A065-E40D-20AE-6082-308011589013}"/>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2386323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3135C-DD73-E4E3-6373-7BBACE2B7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51A4AF0-6BB6-D15F-5395-D4700F80AD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130A7B-1BEB-40E4-5D1B-905835897A1C}"/>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BE4455EA-EE20-AF1C-2AB1-7F068CC41AD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3D63477-7A84-627C-FB95-B1DBB849FFF6}"/>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4082763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A46B5-83B1-A0F1-6F1E-A169FB8A841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0D4E3E9-8558-BAF6-B2F6-11B7A77887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9542CD4-7D42-C95A-196C-27A6010693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2A50517-1175-CA0D-42EC-71557C4FBA3A}"/>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6" name="Footer Placeholder 5">
            <a:extLst>
              <a:ext uri="{FF2B5EF4-FFF2-40B4-BE49-F238E27FC236}">
                <a16:creationId xmlns:a16="http://schemas.microsoft.com/office/drawing/2014/main" id="{25522E63-E258-3212-763F-D32E0B7F0F4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2484783-809A-C049-5E5D-F3AA0ECFA216}"/>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288978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8CCA-50BF-4010-818D-1A955C99911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78F9AE1-F5D9-58E8-D9C2-DF1EFF31A8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2E011D-1046-6101-10D4-6EB850C911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67CE2F2-7BDF-D736-FFBB-6FAED5A2D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BA2AC0-1155-D96A-5587-D227EE7CFF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36B4855-CEDE-2DA4-4146-3D01CE62DFB0}"/>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8" name="Footer Placeholder 7">
            <a:extLst>
              <a:ext uri="{FF2B5EF4-FFF2-40B4-BE49-F238E27FC236}">
                <a16:creationId xmlns:a16="http://schemas.microsoft.com/office/drawing/2014/main" id="{33C87463-696B-4A46-35EA-0EA0AB6069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F53C394-EC7D-B887-00B6-E036C62DDD8E}"/>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1731040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28C5-CE4E-A613-A67D-0C2463A16E7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C5D7D67B-FE40-9802-52BE-158B7316BE75}"/>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4" name="Footer Placeholder 3">
            <a:extLst>
              <a:ext uri="{FF2B5EF4-FFF2-40B4-BE49-F238E27FC236}">
                <a16:creationId xmlns:a16="http://schemas.microsoft.com/office/drawing/2014/main" id="{D897583E-3216-A7F3-93AF-8AA3859DA8D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4E7A967-17F8-371A-2798-621D982EAB63}"/>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3447755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A4D0A-438A-2FC1-0376-E0DFE7B6EBA6}"/>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3" name="Footer Placeholder 2">
            <a:extLst>
              <a:ext uri="{FF2B5EF4-FFF2-40B4-BE49-F238E27FC236}">
                <a16:creationId xmlns:a16="http://schemas.microsoft.com/office/drawing/2014/main" id="{D5A9A00F-A371-D0AA-F176-F2B35409238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253872E-78BE-4A69-0F82-81C67DB77367}"/>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4163315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8707-996A-9D3A-7E0A-1B7F0BB35C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CA75E44-EFBD-470A-1F56-98D5B39A7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2580A5B-AFD8-95FF-E613-14F211734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7B9F0-9F05-CD8B-FD81-F8FD2AE20CFA}"/>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6" name="Footer Placeholder 5">
            <a:extLst>
              <a:ext uri="{FF2B5EF4-FFF2-40B4-BE49-F238E27FC236}">
                <a16:creationId xmlns:a16="http://schemas.microsoft.com/office/drawing/2014/main" id="{D1BED4AB-903A-85BA-1D14-89677B600AA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7AEFC90-05EE-15E7-FF87-0671F7AD8F63}"/>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3535052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9BCA-0BA9-3FED-CD81-E12E44C34E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3438E81-4CB8-8DCE-D9F0-A90911B0C5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E2EF091-F3B0-ADFB-15EA-4D64E7EF4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0E5330-ABB2-4608-35F5-31D3449CC20A}"/>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6" name="Footer Placeholder 5">
            <a:extLst>
              <a:ext uri="{FF2B5EF4-FFF2-40B4-BE49-F238E27FC236}">
                <a16:creationId xmlns:a16="http://schemas.microsoft.com/office/drawing/2014/main" id="{F13FC55C-5264-EEB9-5DCE-32969742ECB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5B02E23-D640-85B6-F9FA-B8F91CBB13C0}"/>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3234243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4567-7BCD-8330-5548-264147C411D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8EA7A82-5A74-5974-72BE-AC5C0B3120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154057B-2910-FAA5-E063-A245333A45C3}"/>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53EFDB91-A98A-56D1-F571-6491E9EB3A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6C0DBBC-FA08-569F-9E36-9482258C549C}"/>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3725736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6C8EF-7830-BEF4-41E2-FBE0F3A98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C147481-3E59-0CEC-8375-0B8F83564A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BDA7AFE-25C5-97FE-385F-CB1CAD99BFDD}"/>
              </a:ext>
            </a:extLst>
          </p:cNvPr>
          <p:cNvSpPr>
            <a:spLocks noGrp="1"/>
          </p:cNvSpPr>
          <p:nvPr>
            <p:ph type="dt" sz="half" idx="10"/>
          </p:nvPr>
        </p:nvSpPr>
        <p:spPr/>
        <p:txBody>
          <a:body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54F0B24D-C8C5-154B-8844-C59A51D3ED7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2F06DBD-6A99-986A-4410-51D07A96C7C6}"/>
              </a:ext>
            </a:extLst>
          </p:cNvPr>
          <p:cNvSpPr>
            <a:spLocks noGrp="1"/>
          </p:cNvSpPr>
          <p:nvPr>
            <p:ph type="sldNum" sz="quarter" idx="12"/>
          </p:nvPr>
        </p:nvSpPr>
        <p:spPr/>
        <p:txBody>
          <a:bodyPr/>
          <a:lstStyle/>
          <a:p>
            <a:fld id="{207C0EDB-DF00-4712-9A02-FB6274941815}" type="slidenum">
              <a:rPr lang="en-CA" smtClean="0"/>
              <a:t>‹#›</a:t>
            </a:fld>
            <a:endParaRPr lang="en-CA"/>
          </a:p>
        </p:txBody>
      </p:sp>
    </p:spTree>
    <p:extLst>
      <p:ext uri="{BB962C8B-B14F-4D97-AF65-F5344CB8AC3E}">
        <p14:creationId xmlns:p14="http://schemas.microsoft.com/office/powerpoint/2010/main" val="1278336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FB6F4A-0C4D-0E3C-79C2-9541BDA660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9458882-807C-D4DD-BD0B-A93F49929F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2F365BC-216B-923F-7385-E3DDD80FAD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B499F7-CEC4-4757-8739-CA350748160B}" type="datetimeFigureOut">
              <a:rPr lang="en-CA" smtClean="0"/>
              <a:t>2025-12-05</a:t>
            </a:fld>
            <a:endParaRPr lang="en-CA"/>
          </a:p>
        </p:txBody>
      </p:sp>
      <p:sp>
        <p:nvSpPr>
          <p:cNvPr id="5" name="Footer Placeholder 4">
            <a:extLst>
              <a:ext uri="{FF2B5EF4-FFF2-40B4-BE49-F238E27FC236}">
                <a16:creationId xmlns:a16="http://schemas.microsoft.com/office/drawing/2014/main" id="{3AC37BF8-7CD3-0754-6FB3-427061825D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AB85329-2834-5B1A-FCDD-ABDFE8AB4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7C0EDB-DF00-4712-9A02-FB6274941815}" type="slidenum">
              <a:rPr lang="en-CA" smtClean="0"/>
              <a:t>‹#›</a:t>
            </a:fld>
            <a:endParaRPr lang="en-CA"/>
          </a:p>
        </p:txBody>
      </p:sp>
    </p:spTree>
    <p:extLst>
      <p:ext uri="{BB962C8B-B14F-4D97-AF65-F5344CB8AC3E}">
        <p14:creationId xmlns:p14="http://schemas.microsoft.com/office/powerpoint/2010/main" val="3566694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Sharont21/Assignment-4.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cbi.nlm.nih.gov/datasets/" TargetMode="External"/><Relationship Id="rId2" Type="http://schemas.openxmlformats.org/officeDocument/2006/relationships/hyperlink" Target="https://bench.boldsystems.org/taxonom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techvidvan.com/tutorials/svm-in-r/" TargetMode="External"/><Relationship Id="rId3" Type="http://schemas.openxmlformats.org/officeDocument/2006/relationships/hyperlink" Target="https://doi.org/10.1890/07-0539.1" TargetMode="External"/><Relationship Id="rId7" Type="http://schemas.openxmlformats.org/officeDocument/2006/relationships/hyperlink" Target="https://www.rdocumentation.org/packages/e1071/versions/1.7-16/topics/svm" TargetMode="External"/><Relationship Id="rId2" Type="http://schemas.openxmlformats.org/officeDocument/2006/relationships/hyperlink" Target="https://doi.org/10.1006/mpev.1998.0549" TargetMode="External"/><Relationship Id="rId1" Type="http://schemas.openxmlformats.org/officeDocument/2006/relationships/slideLayout" Target="../slideLayouts/slideLayout2.xml"/><Relationship Id="rId6" Type="http://schemas.openxmlformats.org/officeDocument/2006/relationships/hyperlink" Target="https://doi.org/10.1186/1471-2105-9-319" TargetMode="External"/><Relationship Id="rId5" Type="http://schemas.openxmlformats.org/officeDocument/2006/relationships/hyperlink" Target="https://doi.org/10.1098/rspb.2002.2218" TargetMode="External"/><Relationship Id="rId10" Type="http://schemas.openxmlformats.org/officeDocument/2006/relationships/hyperlink" Target="https://rviews.rstudio.com/2019/03/01/some-r-packages-for-roc-curves/" TargetMode="External"/><Relationship Id="rId4" Type="http://schemas.openxmlformats.org/officeDocument/2006/relationships/hyperlink" Target="https://doi.org/10.1007/s12686-022-01291-2" TargetMode="External"/><Relationship Id="rId9" Type="http://schemas.openxmlformats.org/officeDocument/2006/relationships/hyperlink" Target="https://www.rdocumentation.org/packages/PRROC/versions/1.3.1/topics/roc.curv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44457B-DD7A-0D42-D3A7-63F37409C7D8}"/>
              </a:ext>
            </a:extLst>
          </p:cNvPr>
          <p:cNvSpPr>
            <a:spLocks noGrp="1"/>
          </p:cNvSpPr>
          <p:nvPr>
            <p:ph type="ctrTitle"/>
          </p:nvPr>
        </p:nvSpPr>
        <p:spPr>
          <a:xfrm>
            <a:off x="515257" y="640080"/>
            <a:ext cx="4545841" cy="3566160"/>
          </a:xfrm>
        </p:spPr>
        <p:txBody>
          <a:bodyPr anchor="b">
            <a:normAutofit fontScale="90000"/>
          </a:bodyPr>
          <a:lstStyle/>
          <a:p>
            <a:r>
              <a:rPr lang="en-US" sz="4400" dirty="0"/>
              <a:t>Machine Learning Classification of Butterfly Subfamilies and Mitochondrial Genes</a:t>
            </a:r>
            <a:endParaRPr lang="en-CA" sz="4000" dirty="0"/>
          </a:p>
        </p:txBody>
      </p:sp>
      <p:sp>
        <p:nvSpPr>
          <p:cNvPr id="3" name="Subtitle 2">
            <a:extLst>
              <a:ext uri="{FF2B5EF4-FFF2-40B4-BE49-F238E27FC236}">
                <a16:creationId xmlns:a16="http://schemas.microsoft.com/office/drawing/2014/main" id="{83B89876-5131-1AA5-B90B-B5DFD1132D69}"/>
              </a:ext>
            </a:extLst>
          </p:cNvPr>
          <p:cNvSpPr>
            <a:spLocks noGrp="1"/>
          </p:cNvSpPr>
          <p:nvPr>
            <p:ph type="subTitle" idx="1"/>
          </p:nvPr>
        </p:nvSpPr>
        <p:spPr>
          <a:xfrm>
            <a:off x="212035" y="4636008"/>
            <a:ext cx="5098142" cy="1572768"/>
          </a:xfrm>
        </p:spPr>
        <p:txBody>
          <a:bodyPr>
            <a:normAutofit/>
          </a:bodyPr>
          <a:lstStyle/>
          <a:p>
            <a:pPr algn="l"/>
            <a:r>
              <a:rPr lang="en-US"/>
              <a:t>Sharon Tsukernik</a:t>
            </a:r>
          </a:p>
          <a:p>
            <a:pPr algn="l"/>
            <a:r>
              <a:rPr lang="en-US" sz="1800">
                <a:hlinkClick r:id="rId2"/>
              </a:rPr>
              <a:t>https://github.com/Sharont21/Assignment-4.git</a:t>
            </a:r>
            <a:endParaRPr lang="en-US" sz="1800" dirty="0"/>
          </a:p>
        </p:txBody>
      </p:sp>
      <p:sp>
        <p:nvSpPr>
          <p:cNvPr id="105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12">
            <a:extLst>
              <a:ext uri="{FF2B5EF4-FFF2-40B4-BE49-F238E27FC236}">
                <a16:creationId xmlns:a16="http://schemas.microsoft.com/office/drawing/2014/main" id="{50F7DB97-A0C1-97F5-9C4A-F058CBDDB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037" r="11754"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724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94F885-5CC8-F405-01EA-C923B5647CEC}"/>
              </a:ext>
            </a:extLst>
          </p:cNvPr>
          <p:cNvSpPr>
            <a:spLocks noGrp="1"/>
          </p:cNvSpPr>
          <p:nvPr>
            <p:ph type="title"/>
          </p:nvPr>
        </p:nvSpPr>
        <p:spPr>
          <a:xfrm>
            <a:off x="1115568" y="548640"/>
            <a:ext cx="10168128" cy="1179576"/>
          </a:xfrm>
        </p:spPr>
        <p:txBody>
          <a:bodyPr>
            <a:normAutofit/>
          </a:bodyPr>
          <a:lstStyle/>
          <a:p>
            <a:r>
              <a:rPr lang="en-US" sz="4000"/>
              <a:t>Classifying butterflies and its scientific relevance</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C97EA1B-AC8D-C533-3C01-EADAA4DC190B}"/>
              </a:ext>
            </a:extLst>
          </p:cNvPr>
          <p:cNvSpPr>
            <a:spLocks noGrp="1"/>
          </p:cNvSpPr>
          <p:nvPr>
            <p:ph idx="1"/>
          </p:nvPr>
        </p:nvSpPr>
        <p:spPr>
          <a:xfrm>
            <a:off x="711200" y="2162628"/>
            <a:ext cx="11226800" cy="4455885"/>
          </a:xfrm>
        </p:spPr>
        <p:txBody>
          <a:bodyPr>
            <a:normAutofit/>
          </a:bodyPr>
          <a:lstStyle/>
          <a:p>
            <a:pPr>
              <a:spcAft>
                <a:spcPts val="600"/>
              </a:spcAft>
            </a:pPr>
            <a:r>
              <a:rPr lang="en-US" sz="2000" dirty="0"/>
              <a:t>This project uses machine-learning classifiers (random forest and SVM) to analyze butterfly DNA barcode sequences and distinguish between:</a:t>
            </a:r>
          </a:p>
          <a:p>
            <a:pPr lvl="1">
              <a:spcAft>
                <a:spcPts val="600"/>
              </a:spcAft>
            </a:pPr>
            <a:r>
              <a:rPr lang="en-US" sz="2000" b="1" dirty="0"/>
              <a:t>Genes (</a:t>
            </a:r>
            <a:r>
              <a:rPr lang="en-US" sz="2000" b="1" dirty="0">
                <a:solidFill>
                  <a:schemeClr val="accent6">
                    <a:lumMod val="75000"/>
                  </a:schemeClr>
                </a:solidFill>
              </a:rPr>
              <a:t>COI</a:t>
            </a:r>
            <a:r>
              <a:rPr lang="en-US" sz="2000" b="1" dirty="0"/>
              <a:t> vs </a:t>
            </a:r>
            <a:r>
              <a:rPr lang="en-US" sz="2000" b="1" dirty="0">
                <a:solidFill>
                  <a:srgbClr val="7030A0"/>
                </a:solidFill>
              </a:rPr>
              <a:t>COII</a:t>
            </a:r>
            <a:r>
              <a:rPr lang="en-US" sz="2000" b="1" dirty="0"/>
              <a:t>)</a:t>
            </a:r>
          </a:p>
          <a:p>
            <a:pPr lvl="1">
              <a:spcAft>
                <a:spcPts val="600"/>
              </a:spcAft>
            </a:pPr>
            <a:r>
              <a:rPr lang="en-US" sz="2000" b="1" dirty="0"/>
              <a:t>Subfamilies (</a:t>
            </a:r>
            <a:r>
              <a:rPr lang="en-US" sz="2000" b="1" dirty="0" err="1">
                <a:solidFill>
                  <a:srgbClr val="0070C0"/>
                </a:solidFill>
              </a:rPr>
              <a:t>Danainae</a:t>
            </a:r>
            <a:r>
              <a:rPr lang="en-US" sz="2000" b="1" dirty="0"/>
              <a:t> vs </a:t>
            </a:r>
            <a:r>
              <a:rPr lang="en-US" sz="2000" b="1" dirty="0" err="1">
                <a:solidFill>
                  <a:srgbClr val="FF0000"/>
                </a:solidFill>
              </a:rPr>
              <a:t>Heliconiinae</a:t>
            </a:r>
            <a:r>
              <a:rPr lang="en-US" sz="2000" b="1" dirty="0"/>
              <a:t>)</a:t>
            </a:r>
          </a:p>
          <a:p>
            <a:r>
              <a:rPr lang="en-CA" sz="2000" dirty="0"/>
              <a:t>Butterflies play a critical role in ecosystems as pollinators, food-web components and bioindicators of environmental health, making their accurate identification essential for conservation and biodiversity monitoring [3] </a:t>
            </a:r>
          </a:p>
          <a:p>
            <a:r>
              <a:rPr lang="en-CA" sz="2000" dirty="0"/>
              <a:t>DNA barcoding provides a standardized genetic tool for biological identification, allowing for rapid and reliable species classification [5] </a:t>
            </a:r>
          </a:p>
          <a:p>
            <a:r>
              <a:rPr lang="en-CA" sz="2000" dirty="0"/>
              <a:t>Applying machine learning improves the speed, scalability and accuracy of barcode-based classification [2]</a:t>
            </a:r>
          </a:p>
        </p:txBody>
      </p:sp>
    </p:spTree>
    <p:extLst>
      <p:ext uri="{BB962C8B-B14F-4D97-AF65-F5344CB8AC3E}">
        <p14:creationId xmlns:p14="http://schemas.microsoft.com/office/powerpoint/2010/main" val="22773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E9CC8-7B95-F6A3-43D2-30ADA8B21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FD879-2886-DCEF-70FB-B1C5B4146375}"/>
              </a:ext>
            </a:extLst>
          </p:cNvPr>
          <p:cNvSpPr>
            <a:spLocks noGrp="1"/>
          </p:cNvSpPr>
          <p:nvPr>
            <p:ph type="title"/>
          </p:nvPr>
        </p:nvSpPr>
        <p:spPr>
          <a:xfrm>
            <a:off x="188360" y="147411"/>
            <a:ext cx="11815280" cy="1325563"/>
          </a:xfrm>
        </p:spPr>
        <p:txBody>
          <a:bodyPr>
            <a:normAutofit/>
          </a:bodyPr>
          <a:lstStyle/>
          <a:p>
            <a:r>
              <a:rPr lang="en-US" sz="3600" dirty="0"/>
              <a:t>Gap in knowledge</a:t>
            </a:r>
            <a:endParaRPr lang="en-CA" sz="3600" dirty="0"/>
          </a:p>
        </p:txBody>
      </p:sp>
      <p:graphicFrame>
        <p:nvGraphicFramePr>
          <p:cNvPr id="14" name="Content Placeholder 2">
            <a:extLst>
              <a:ext uri="{FF2B5EF4-FFF2-40B4-BE49-F238E27FC236}">
                <a16:creationId xmlns:a16="http://schemas.microsoft.com/office/drawing/2014/main" id="{BE9DF6E3-8C00-62B1-DF48-788D995DEE95}"/>
              </a:ext>
            </a:extLst>
          </p:cNvPr>
          <p:cNvGraphicFramePr>
            <a:graphicFrameLocks noGrp="1"/>
          </p:cNvGraphicFramePr>
          <p:nvPr>
            <p:ph idx="1"/>
            <p:extLst>
              <p:ext uri="{D42A27DB-BD31-4B8C-83A1-F6EECF244321}">
                <p14:modId xmlns:p14="http://schemas.microsoft.com/office/powerpoint/2010/main" val="552909066"/>
              </p:ext>
            </p:extLst>
          </p:nvPr>
        </p:nvGraphicFramePr>
        <p:xfrm>
          <a:off x="413657" y="1371600"/>
          <a:ext cx="11473543" cy="5116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 name="Straight Connector 3">
            <a:extLst>
              <a:ext uri="{FF2B5EF4-FFF2-40B4-BE49-F238E27FC236}">
                <a16:creationId xmlns:a16="http://schemas.microsoft.com/office/drawing/2014/main" id="{F8316CB1-5B10-D4EC-E76B-A38151B1E45F}"/>
              </a:ext>
            </a:extLst>
          </p:cNvPr>
          <p:cNvCxnSpPr/>
          <p:nvPr/>
        </p:nvCxnSpPr>
        <p:spPr>
          <a:xfrm>
            <a:off x="272142" y="1081314"/>
            <a:ext cx="1164771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3739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1C265F-C0D4-6191-48D8-11DEC18843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9AA045-E53D-8605-E44E-7CB7BE16FF56}"/>
              </a:ext>
            </a:extLst>
          </p:cNvPr>
          <p:cNvSpPr>
            <a:spLocks noGrp="1"/>
          </p:cNvSpPr>
          <p:nvPr>
            <p:ph type="title"/>
          </p:nvPr>
        </p:nvSpPr>
        <p:spPr>
          <a:xfrm>
            <a:off x="1115568" y="548640"/>
            <a:ext cx="10168128" cy="1179576"/>
          </a:xfrm>
        </p:spPr>
        <p:txBody>
          <a:bodyPr>
            <a:normAutofit/>
          </a:bodyPr>
          <a:lstStyle/>
          <a:p>
            <a:r>
              <a:rPr lang="en-US" sz="4000"/>
              <a:t>Objective</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631CD92-0B39-0BE9-FC60-299768FE238C}"/>
              </a:ext>
            </a:extLst>
          </p:cNvPr>
          <p:cNvSpPr>
            <a:spLocks noGrp="1"/>
          </p:cNvSpPr>
          <p:nvPr>
            <p:ph idx="1"/>
          </p:nvPr>
        </p:nvSpPr>
        <p:spPr>
          <a:xfrm>
            <a:off x="420915" y="2221992"/>
            <a:ext cx="11473542" cy="4411037"/>
          </a:xfrm>
        </p:spPr>
        <p:txBody>
          <a:bodyPr>
            <a:normAutofit lnSpcReduction="10000"/>
          </a:bodyPr>
          <a:lstStyle/>
          <a:p>
            <a:pPr>
              <a:spcAft>
                <a:spcPts val="600"/>
              </a:spcAft>
            </a:pPr>
            <a:r>
              <a:rPr lang="en-US" sz="2000" dirty="0"/>
              <a:t>This project addresses the gap in knowledge by comparing gene-level vs. subfamily-level classification accuracy using both models</a:t>
            </a:r>
          </a:p>
          <a:p>
            <a:pPr>
              <a:spcAft>
                <a:spcPts val="600"/>
              </a:spcAft>
            </a:pPr>
            <a:r>
              <a:rPr lang="en-US" sz="2000" dirty="0"/>
              <a:t>Goal is to build and evaluate machine-learning classified that:</a:t>
            </a:r>
          </a:p>
          <a:p>
            <a:pPr lvl="1">
              <a:spcAft>
                <a:spcPts val="600"/>
              </a:spcAft>
            </a:pPr>
            <a:r>
              <a:rPr lang="en-US" sz="2000" dirty="0"/>
              <a:t>Distinguish between </a:t>
            </a:r>
            <a:r>
              <a:rPr lang="en-US" sz="2000" b="1" dirty="0">
                <a:solidFill>
                  <a:schemeClr val="accent6">
                    <a:lumMod val="75000"/>
                  </a:schemeClr>
                </a:solidFill>
              </a:rPr>
              <a:t>COI</a:t>
            </a:r>
            <a:r>
              <a:rPr lang="en-US" sz="2000" b="1" dirty="0"/>
              <a:t> </a:t>
            </a:r>
            <a:r>
              <a:rPr lang="en-US" sz="2000" dirty="0"/>
              <a:t>and </a:t>
            </a:r>
            <a:r>
              <a:rPr lang="en-US" sz="2000" b="1" dirty="0">
                <a:solidFill>
                  <a:srgbClr val="7030A0"/>
                </a:solidFill>
              </a:rPr>
              <a:t>COII</a:t>
            </a:r>
            <a:r>
              <a:rPr lang="en-US" sz="2000" b="1" dirty="0"/>
              <a:t> </a:t>
            </a:r>
            <a:r>
              <a:rPr lang="en-US" sz="2000" dirty="0"/>
              <a:t>genes</a:t>
            </a:r>
          </a:p>
          <a:p>
            <a:pPr lvl="1">
              <a:spcAft>
                <a:spcPts val="600"/>
              </a:spcAft>
            </a:pPr>
            <a:r>
              <a:rPr lang="en-US" sz="2000" dirty="0"/>
              <a:t>Distinguish between </a:t>
            </a:r>
            <a:r>
              <a:rPr lang="en-US" sz="2000" b="1" dirty="0" err="1">
                <a:solidFill>
                  <a:srgbClr val="0070C0"/>
                </a:solidFill>
              </a:rPr>
              <a:t>Danainae</a:t>
            </a:r>
            <a:r>
              <a:rPr lang="en-US" sz="2000" b="1" dirty="0"/>
              <a:t> </a:t>
            </a:r>
            <a:r>
              <a:rPr lang="en-US" sz="2000" dirty="0"/>
              <a:t>vs </a:t>
            </a:r>
            <a:r>
              <a:rPr lang="en-US" sz="2000" b="1" dirty="0" err="1">
                <a:solidFill>
                  <a:srgbClr val="FF0000"/>
                </a:solidFill>
              </a:rPr>
              <a:t>Heliconiinae</a:t>
            </a:r>
            <a:r>
              <a:rPr lang="en-US" sz="2000" dirty="0"/>
              <a:t> subfamilies</a:t>
            </a:r>
          </a:p>
          <a:p>
            <a:pPr lvl="1">
              <a:spcAft>
                <a:spcPts val="600"/>
              </a:spcAft>
            </a:pPr>
            <a:r>
              <a:rPr lang="en-US" sz="2000" dirty="0"/>
              <a:t>Compare </a:t>
            </a:r>
            <a:r>
              <a:rPr lang="en-US" sz="2000" b="1" dirty="0"/>
              <a:t>Random Forest </a:t>
            </a:r>
            <a:r>
              <a:rPr lang="en-US" sz="2000" dirty="0"/>
              <a:t>vs </a:t>
            </a:r>
            <a:r>
              <a:rPr lang="en-US" sz="2000" b="1" dirty="0"/>
              <a:t>SVM </a:t>
            </a:r>
            <a:r>
              <a:rPr lang="en-US" sz="2000" dirty="0"/>
              <a:t>performance</a:t>
            </a:r>
          </a:p>
          <a:p>
            <a:pPr>
              <a:spcAft>
                <a:spcPts val="600"/>
              </a:spcAft>
            </a:pPr>
            <a:r>
              <a:rPr lang="en-US" sz="2000" dirty="0"/>
              <a:t>Classifier creation and software comparison study that uses:</a:t>
            </a:r>
          </a:p>
          <a:p>
            <a:pPr lvl="1">
              <a:spcAft>
                <a:spcPts val="600"/>
              </a:spcAft>
            </a:pPr>
            <a:r>
              <a:rPr lang="en-US" sz="2000" dirty="0"/>
              <a:t>Exploratory data analysis</a:t>
            </a:r>
          </a:p>
          <a:p>
            <a:pPr lvl="1">
              <a:spcAft>
                <a:spcPts val="600"/>
              </a:spcAft>
            </a:pPr>
            <a:r>
              <a:rPr lang="en-US" sz="2000" dirty="0"/>
              <a:t>Model benchmarking using ROC and AUC</a:t>
            </a:r>
          </a:p>
          <a:p>
            <a:pPr>
              <a:spcAft>
                <a:spcPts val="600"/>
              </a:spcAft>
            </a:pPr>
            <a:r>
              <a:rPr lang="en-US" sz="2000" dirty="0"/>
              <a:t>Question: </a:t>
            </a:r>
            <a:r>
              <a:rPr lang="en-CA" sz="2000" dirty="0"/>
              <a:t>How effectively can machine-learning classifiers distinguish between mitochondrial genes (</a:t>
            </a:r>
            <a:r>
              <a:rPr lang="en-CA" sz="2000" b="1" dirty="0">
                <a:solidFill>
                  <a:schemeClr val="accent6">
                    <a:lumMod val="75000"/>
                  </a:schemeClr>
                </a:solidFill>
              </a:rPr>
              <a:t>COI</a:t>
            </a:r>
            <a:r>
              <a:rPr lang="en-CA" sz="2000" dirty="0"/>
              <a:t> vs </a:t>
            </a:r>
            <a:r>
              <a:rPr lang="en-CA" sz="2000" b="1" dirty="0">
                <a:solidFill>
                  <a:srgbClr val="7030A0"/>
                </a:solidFill>
              </a:rPr>
              <a:t>COII</a:t>
            </a:r>
            <a:r>
              <a:rPr lang="en-CA" sz="2000" dirty="0"/>
              <a:t>) and butterfly subfamilies (</a:t>
            </a:r>
            <a:r>
              <a:rPr lang="en-CA" sz="2000" b="1" dirty="0" err="1">
                <a:solidFill>
                  <a:srgbClr val="0070C0"/>
                </a:solidFill>
              </a:rPr>
              <a:t>Danainae</a:t>
            </a:r>
            <a:r>
              <a:rPr lang="en-CA" sz="2000" dirty="0"/>
              <a:t> vs </a:t>
            </a:r>
            <a:r>
              <a:rPr lang="en-CA" sz="2000" b="1" dirty="0" err="1">
                <a:solidFill>
                  <a:srgbClr val="FF0000"/>
                </a:solidFill>
              </a:rPr>
              <a:t>Heliconiinae</a:t>
            </a:r>
            <a:r>
              <a:rPr lang="en-CA" sz="2000" dirty="0"/>
              <a:t>) using nucleotide composition features?</a:t>
            </a:r>
            <a:r>
              <a:rPr lang="en-US" sz="2000" dirty="0"/>
              <a:t> </a:t>
            </a:r>
          </a:p>
          <a:p>
            <a:pPr lvl="1">
              <a:spcAft>
                <a:spcPts val="600"/>
              </a:spcAft>
            </a:pPr>
            <a:endParaRPr lang="en-US" sz="2000" dirty="0"/>
          </a:p>
          <a:p>
            <a:pPr marL="457200" lvl="1" indent="0">
              <a:spcAft>
                <a:spcPts val="600"/>
              </a:spcAft>
              <a:buNone/>
            </a:pPr>
            <a:endParaRPr lang="en-US" sz="2000" dirty="0"/>
          </a:p>
        </p:txBody>
      </p:sp>
    </p:spTree>
    <p:extLst>
      <p:ext uri="{BB962C8B-B14F-4D97-AF65-F5344CB8AC3E}">
        <p14:creationId xmlns:p14="http://schemas.microsoft.com/office/powerpoint/2010/main" val="70353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2B017A-E392-2717-686F-31EB715A0C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7D24C8-BE1E-B2E5-C740-4C7A260F6D6B}"/>
              </a:ext>
            </a:extLst>
          </p:cNvPr>
          <p:cNvSpPr>
            <a:spLocks noGrp="1"/>
          </p:cNvSpPr>
          <p:nvPr>
            <p:ph type="title"/>
          </p:nvPr>
        </p:nvSpPr>
        <p:spPr>
          <a:xfrm>
            <a:off x="1115568" y="548640"/>
            <a:ext cx="10168128" cy="1179576"/>
          </a:xfrm>
        </p:spPr>
        <p:txBody>
          <a:bodyPr>
            <a:normAutofit/>
          </a:bodyPr>
          <a:lstStyle/>
          <a:p>
            <a:r>
              <a:rPr lang="en-US" sz="4000" dirty="0"/>
              <a:t>Description of datasets</a:t>
            </a:r>
            <a:endParaRPr lang="en-CA"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BB8BD9C-9C3D-058F-BBF5-1D0E625BCD59}"/>
              </a:ext>
            </a:extLst>
          </p:cNvPr>
          <p:cNvSpPr>
            <a:spLocks noGrp="1"/>
          </p:cNvSpPr>
          <p:nvPr>
            <p:ph idx="1"/>
          </p:nvPr>
        </p:nvSpPr>
        <p:spPr>
          <a:xfrm>
            <a:off x="498833" y="2276856"/>
            <a:ext cx="11431909" cy="4370687"/>
          </a:xfrm>
        </p:spPr>
        <p:txBody>
          <a:bodyPr>
            <a:normAutofit/>
          </a:bodyPr>
          <a:lstStyle/>
          <a:p>
            <a:r>
              <a:rPr lang="en-US" sz="1800" dirty="0"/>
              <a:t>This project analyzes butterfly mitochondrial DNA barcode sequences, focusing on the </a:t>
            </a:r>
            <a:r>
              <a:rPr lang="en-US" sz="1800" b="1" dirty="0">
                <a:solidFill>
                  <a:schemeClr val="accent6">
                    <a:lumMod val="75000"/>
                  </a:schemeClr>
                </a:solidFill>
              </a:rPr>
              <a:t>COI</a:t>
            </a:r>
            <a:r>
              <a:rPr lang="en-US" sz="1800" dirty="0"/>
              <a:t> and </a:t>
            </a:r>
            <a:r>
              <a:rPr lang="en-US" sz="1800" b="1" dirty="0">
                <a:solidFill>
                  <a:srgbClr val="7030A0"/>
                </a:solidFill>
              </a:rPr>
              <a:t>COII</a:t>
            </a:r>
            <a:r>
              <a:rPr lang="en-US" sz="1800" dirty="0"/>
              <a:t> genes from two butterfly subfamilies: </a:t>
            </a:r>
            <a:r>
              <a:rPr lang="en-US" sz="1800" b="1" dirty="0" err="1">
                <a:solidFill>
                  <a:srgbClr val="0070C0"/>
                </a:solidFill>
              </a:rPr>
              <a:t>Danainae</a:t>
            </a:r>
            <a:r>
              <a:rPr lang="en-US" sz="1800" dirty="0"/>
              <a:t> and </a:t>
            </a:r>
            <a:r>
              <a:rPr lang="en-US" sz="1800" b="1" dirty="0" err="1">
                <a:solidFill>
                  <a:srgbClr val="FF0000"/>
                </a:solidFill>
              </a:rPr>
              <a:t>Heliconiinae</a:t>
            </a:r>
            <a:r>
              <a:rPr lang="en-US" sz="1800" dirty="0"/>
              <a:t>.</a:t>
            </a:r>
          </a:p>
          <a:p>
            <a:r>
              <a:rPr lang="en-US" sz="1800" dirty="0"/>
              <a:t>Sequences were obtained from the Barcode of Life Data System (</a:t>
            </a:r>
            <a:r>
              <a:rPr lang="en-US" sz="1800" b="1" dirty="0"/>
              <a:t>BOLD</a:t>
            </a:r>
            <a:r>
              <a:rPr lang="en-US" sz="1800" dirty="0"/>
              <a:t>) and </a:t>
            </a:r>
            <a:r>
              <a:rPr lang="en-US" sz="1800" b="1" dirty="0"/>
              <a:t>NCBI</a:t>
            </a:r>
            <a:r>
              <a:rPr lang="en-US" sz="1800" dirty="0"/>
              <a:t> GenBank, which are internationally curated public genetic databases.</a:t>
            </a:r>
          </a:p>
          <a:p>
            <a:pPr lvl="1"/>
            <a:r>
              <a:rPr lang="en-US" sz="1800" dirty="0"/>
              <a:t>These databases contain verified DNA barcode records used for species identification and biodiversity research.</a:t>
            </a:r>
          </a:p>
          <a:p>
            <a:r>
              <a:rPr lang="en-US" sz="1800" dirty="0"/>
              <a:t>Data was downloaded in November 2025 </a:t>
            </a:r>
          </a:p>
          <a:p>
            <a:r>
              <a:rPr lang="en-US" sz="1800" dirty="0"/>
              <a:t>Sequence files were retrieved using manual database downloads (</a:t>
            </a:r>
            <a:r>
              <a:rPr lang="en-US" sz="1800" dirty="0" err="1"/>
              <a:t>read_tsv</a:t>
            </a:r>
            <a:r>
              <a:rPr lang="en-US" sz="1800" dirty="0"/>
              <a:t> and </a:t>
            </a:r>
            <a:r>
              <a:rPr lang="en-US" sz="1800" dirty="0" err="1"/>
              <a:t>entrez_fetch</a:t>
            </a:r>
            <a:r>
              <a:rPr lang="en-US" sz="1800" dirty="0"/>
              <a:t> + </a:t>
            </a:r>
            <a:r>
              <a:rPr lang="en-US" sz="1800" dirty="0" err="1"/>
              <a:t>entrez_search</a:t>
            </a:r>
            <a:r>
              <a:rPr lang="en-US" sz="1800" dirty="0"/>
              <a:t>)</a:t>
            </a:r>
          </a:p>
          <a:p>
            <a:pPr lvl="1"/>
            <a:r>
              <a:rPr lang="en-US" sz="1800" dirty="0"/>
              <a:t>Data was cleaned, filtered, and processed using R scripts</a:t>
            </a:r>
          </a:p>
          <a:p>
            <a:endParaRPr lang="en-US" sz="1800" dirty="0"/>
          </a:p>
          <a:p>
            <a:pPr marL="0" indent="0">
              <a:buNone/>
            </a:pPr>
            <a:r>
              <a:rPr lang="en-US" sz="1800" dirty="0"/>
              <a:t>References: </a:t>
            </a:r>
          </a:p>
          <a:p>
            <a:pPr marL="0" indent="0">
              <a:buNone/>
            </a:pPr>
            <a:r>
              <a:rPr lang="en-US" sz="1800" dirty="0">
                <a:hlinkClick r:id="rId2"/>
              </a:rPr>
              <a:t>https://bench.boldsystems.org/taxonomy</a:t>
            </a:r>
            <a:endParaRPr lang="en-US" sz="1800" dirty="0"/>
          </a:p>
          <a:p>
            <a:pPr marL="0" indent="0">
              <a:buNone/>
            </a:pPr>
            <a:r>
              <a:rPr lang="en-US" sz="1800" dirty="0">
                <a:hlinkClick r:id="rId3"/>
              </a:rPr>
              <a:t>https://www.ncbi.nlm.nih.gov/datasets/</a:t>
            </a:r>
            <a:endParaRPr lang="en-US" sz="1800" dirty="0"/>
          </a:p>
          <a:p>
            <a:pPr lvl="1"/>
            <a:endParaRPr lang="en-US" sz="1800" dirty="0"/>
          </a:p>
          <a:p>
            <a:pPr lvl="1"/>
            <a:endParaRPr lang="en-US" sz="1800" dirty="0"/>
          </a:p>
          <a:p>
            <a:pPr marL="457200" lvl="1" indent="0">
              <a:buNone/>
            </a:pPr>
            <a:endParaRPr lang="en-US" sz="1800" dirty="0"/>
          </a:p>
          <a:p>
            <a:pPr lvl="1">
              <a:spcAft>
                <a:spcPts val="600"/>
              </a:spcAft>
            </a:pPr>
            <a:endParaRPr lang="en-US" sz="1800" dirty="0"/>
          </a:p>
        </p:txBody>
      </p:sp>
    </p:spTree>
    <p:extLst>
      <p:ext uri="{BB962C8B-B14F-4D97-AF65-F5344CB8AC3E}">
        <p14:creationId xmlns:p14="http://schemas.microsoft.com/office/powerpoint/2010/main" val="2308341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D3CF37-9E4C-BECF-62B9-6919D445DC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25E7E7-57D3-223E-C554-561F0C5CCEE8}"/>
              </a:ext>
            </a:extLst>
          </p:cNvPr>
          <p:cNvSpPr>
            <a:spLocks noGrp="1"/>
          </p:cNvSpPr>
          <p:nvPr>
            <p:ph type="title"/>
          </p:nvPr>
        </p:nvSpPr>
        <p:spPr>
          <a:xfrm>
            <a:off x="1115568" y="548640"/>
            <a:ext cx="10168128" cy="1179576"/>
          </a:xfrm>
        </p:spPr>
        <p:txBody>
          <a:bodyPr>
            <a:normAutofit/>
          </a:bodyPr>
          <a:lstStyle/>
          <a:p>
            <a:r>
              <a:rPr lang="en-US" sz="4000" dirty="0"/>
              <a:t>Description of datasets</a:t>
            </a:r>
            <a:endParaRPr lang="en-CA"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78F1632-4629-8A55-7DED-E24F00A6E805}"/>
              </a:ext>
            </a:extLst>
          </p:cNvPr>
          <p:cNvSpPr>
            <a:spLocks noGrp="1"/>
          </p:cNvSpPr>
          <p:nvPr>
            <p:ph idx="1"/>
          </p:nvPr>
        </p:nvSpPr>
        <p:spPr>
          <a:xfrm>
            <a:off x="498833" y="2162629"/>
            <a:ext cx="11460937" cy="4513942"/>
          </a:xfrm>
        </p:spPr>
        <p:txBody>
          <a:bodyPr>
            <a:normAutofit/>
          </a:bodyPr>
          <a:lstStyle/>
          <a:p>
            <a:r>
              <a:rPr lang="en-US" sz="1800" dirty="0"/>
              <a:t>The properties of the dataset are:</a:t>
            </a:r>
          </a:p>
          <a:p>
            <a:pPr lvl="1"/>
            <a:r>
              <a:rPr lang="en-US" sz="1800" dirty="0"/>
              <a:t>Mitochondrial DNA barcode sequences analyzed (</a:t>
            </a:r>
            <a:r>
              <a:rPr lang="en-US" sz="1800" b="1" dirty="0">
                <a:solidFill>
                  <a:schemeClr val="accent6">
                    <a:lumMod val="75000"/>
                  </a:schemeClr>
                </a:solidFill>
              </a:rPr>
              <a:t>COI</a:t>
            </a:r>
            <a:r>
              <a:rPr lang="en-US" sz="1800" dirty="0"/>
              <a:t> and </a:t>
            </a:r>
            <a:r>
              <a:rPr lang="en-US" sz="1800" b="1" dirty="0">
                <a:solidFill>
                  <a:srgbClr val="7030A0"/>
                </a:solidFill>
              </a:rPr>
              <a:t>COII</a:t>
            </a:r>
            <a:r>
              <a:rPr lang="en-US" sz="1800" dirty="0"/>
              <a:t>)</a:t>
            </a:r>
          </a:p>
          <a:p>
            <a:r>
              <a:rPr lang="en-US" sz="1800" dirty="0"/>
              <a:t>The number of samples (after combining datasets):</a:t>
            </a:r>
          </a:p>
          <a:p>
            <a:pPr lvl="1"/>
            <a:r>
              <a:rPr lang="en-US" sz="1800" b="1" dirty="0">
                <a:solidFill>
                  <a:schemeClr val="accent6">
                    <a:lumMod val="75000"/>
                  </a:schemeClr>
                </a:solidFill>
              </a:rPr>
              <a:t>COI</a:t>
            </a:r>
            <a:r>
              <a:rPr lang="en-US" sz="1800" dirty="0"/>
              <a:t>: 25, 796 sequences</a:t>
            </a:r>
          </a:p>
          <a:p>
            <a:pPr lvl="1"/>
            <a:r>
              <a:rPr lang="en-US" sz="1800" b="1" dirty="0">
                <a:solidFill>
                  <a:srgbClr val="7030A0"/>
                </a:solidFill>
              </a:rPr>
              <a:t>COII</a:t>
            </a:r>
            <a:r>
              <a:rPr lang="en-US" sz="1800" dirty="0"/>
              <a:t>: 2, 832 sequences</a:t>
            </a:r>
          </a:p>
          <a:p>
            <a:pPr lvl="1"/>
            <a:r>
              <a:rPr lang="en-US" sz="1800" b="1" dirty="0" err="1">
                <a:solidFill>
                  <a:srgbClr val="0070C0"/>
                </a:solidFill>
              </a:rPr>
              <a:t>Danainae</a:t>
            </a:r>
            <a:r>
              <a:rPr lang="en-US" sz="1800" dirty="0"/>
              <a:t>: 11, 217 sequenced</a:t>
            </a:r>
          </a:p>
          <a:p>
            <a:pPr lvl="1"/>
            <a:r>
              <a:rPr lang="en-US" sz="1800" b="1" dirty="0" err="1">
                <a:solidFill>
                  <a:srgbClr val="FF0000"/>
                </a:solidFill>
              </a:rPr>
              <a:t>Heliconiinae</a:t>
            </a:r>
            <a:r>
              <a:rPr lang="en-US" sz="1800" dirty="0"/>
              <a:t>: 20, 067 sequences</a:t>
            </a:r>
          </a:p>
          <a:p>
            <a:r>
              <a:rPr lang="en-US" sz="1800" dirty="0"/>
              <a:t>Key variables of interest:</a:t>
            </a:r>
          </a:p>
          <a:p>
            <a:pPr lvl="1"/>
            <a:r>
              <a:rPr lang="en-US" sz="1800" dirty="0"/>
              <a:t>Gene label: </a:t>
            </a:r>
            <a:r>
              <a:rPr lang="en-US" sz="1800" b="1" dirty="0">
                <a:solidFill>
                  <a:schemeClr val="accent6">
                    <a:lumMod val="75000"/>
                  </a:schemeClr>
                </a:solidFill>
              </a:rPr>
              <a:t>COI</a:t>
            </a:r>
            <a:r>
              <a:rPr lang="en-US" sz="1800" b="1" dirty="0"/>
              <a:t> </a:t>
            </a:r>
            <a:r>
              <a:rPr lang="en-US" sz="1800" dirty="0"/>
              <a:t>vs </a:t>
            </a:r>
            <a:r>
              <a:rPr lang="en-US" sz="1800" b="1" dirty="0">
                <a:solidFill>
                  <a:srgbClr val="7030A0"/>
                </a:solidFill>
              </a:rPr>
              <a:t>COII</a:t>
            </a:r>
            <a:endParaRPr lang="en-US" sz="1800" dirty="0">
              <a:solidFill>
                <a:srgbClr val="7030A0"/>
              </a:solidFill>
            </a:endParaRPr>
          </a:p>
          <a:p>
            <a:pPr lvl="1"/>
            <a:r>
              <a:rPr lang="en-US" sz="1800" dirty="0"/>
              <a:t>Subfamily label: </a:t>
            </a:r>
            <a:r>
              <a:rPr lang="en-US" sz="1800" b="1" dirty="0" err="1">
                <a:solidFill>
                  <a:srgbClr val="0070C0"/>
                </a:solidFill>
              </a:rPr>
              <a:t>Danainae</a:t>
            </a:r>
            <a:r>
              <a:rPr lang="en-US" sz="1800" b="1" dirty="0"/>
              <a:t> </a:t>
            </a:r>
            <a:r>
              <a:rPr lang="en-US" sz="1800" dirty="0"/>
              <a:t>vs </a:t>
            </a:r>
            <a:r>
              <a:rPr lang="en-US" sz="1800" b="1" dirty="0" err="1">
                <a:solidFill>
                  <a:srgbClr val="FF0000"/>
                </a:solidFill>
              </a:rPr>
              <a:t>Heliconiinae</a:t>
            </a:r>
            <a:endParaRPr lang="en-US" sz="1800" dirty="0">
              <a:solidFill>
                <a:srgbClr val="FF0000"/>
              </a:solidFill>
            </a:endParaRPr>
          </a:p>
          <a:p>
            <a:r>
              <a:rPr lang="en-US" sz="1800" dirty="0"/>
              <a:t>Nature of groups that are being compared:</a:t>
            </a:r>
          </a:p>
          <a:p>
            <a:pPr lvl="1"/>
            <a:r>
              <a:rPr lang="en-US" sz="1800" dirty="0"/>
              <a:t>Gene classification that tests if 2 mitochondrial genes can be separated by just nucleotide composition</a:t>
            </a:r>
          </a:p>
          <a:p>
            <a:pPr lvl="1"/>
            <a:r>
              <a:rPr lang="en-US" sz="1800" dirty="0"/>
              <a:t>Subfamily classification that tests if closely related butterfly species can be separated by genetic composition differences</a:t>
            </a:r>
          </a:p>
        </p:txBody>
      </p:sp>
    </p:spTree>
    <p:extLst>
      <p:ext uri="{BB962C8B-B14F-4D97-AF65-F5344CB8AC3E}">
        <p14:creationId xmlns:p14="http://schemas.microsoft.com/office/powerpoint/2010/main" val="158248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9978A3-5E4F-F5FE-885C-3235ED48051F}"/>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7F3E03-7F43-46AB-37DC-EDA2466CD00B}"/>
              </a:ext>
            </a:extLst>
          </p:cNvPr>
          <p:cNvSpPr>
            <a:spLocks noGrp="1"/>
          </p:cNvSpPr>
          <p:nvPr>
            <p:ph type="title"/>
          </p:nvPr>
        </p:nvSpPr>
        <p:spPr>
          <a:xfrm>
            <a:off x="372217" y="216489"/>
            <a:ext cx="10515600" cy="1133499"/>
          </a:xfrm>
        </p:spPr>
        <p:txBody>
          <a:bodyPr>
            <a:normAutofit/>
          </a:bodyPr>
          <a:lstStyle/>
          <a:p>
            <a:r>
              <a:rPr lang="en-US" sz="3600" dirty="0"/>
              <a:t>Methods</a:t>
            </a:r>
            <a:endParaRPr lang="en-CA" sz="3600" dirty="0"/>
          </a:p>
        </p:txBody>
      </p:sp>
      <p:graphicFrame>
        <p:nvGraphicFramePr>
          <p:cNvPr id="5" name="Content Placeholder 2">
            <a:extLst>
              <a:ext uri="{FF2B5EF4-FFF2-40B4-BE49-F238E27FC236}">
                <a16:creationId xmlns:a16="http://schemas.microsoft.com/office/drawing/2014/main" id="{4C9663F8-A56C-D052-C7EA-A54318C202AE}"/>
              </a:ext>
            </a:extLst>
          </p:cNvPr>
          <p:cNvGraphicFramePr>
            <a:graphicFrameLocks/>
          </p:cNvGraphicFramePr>
          <p:nvPr>
            <p:extLst>
              <p:ext uri="{D42A27DB-BD31-4B8C-83A1-F6EECF244321}">
                <p14:modId xmlns:p14="http://schemas.microsoft.com/office/powerpoint/2010/main" val="4008159375"/>
              </p:ext>
            </p:extLst>
          </p:nvPr>
        </p:nvGraphicFramePr>
        <p:xfrm>
          <a:off x="2050129" y="1094678"/>
          <a:ext cx="8088689"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111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164BF3-7FF4-69FD-A7EC-3DA7B88DAC8D}"/>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D45EC70-334D-0C13-2B66-C665650AC7CC}"/>
              </a:ext>
            </a:extLst>
          </p:cNvPr>
          <p:cNvSpPr txBox="1"/>
          <p:nvPr/>
        </p:nvSpPr>
        <p:spPr>
          <a:xfrm>
            <a:off x="477981" y="1122363"/>
            <a:ext cx="386179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kern="1200" dirty="0">
                <a:solidFill>
                  <a:schemeClr val="tx1"/>
                </a:solidFill>
                <a:latin typeface="+mj-lt"/>
                <a:ea typeface="+mj-ea"/>
                <a:cs typeface="+mj-cs"/>
              </a:rPr>
              <a:t>COI barcode sequence lengths are highly conserved across both butterfly subfamilies</a:t>
            </a:r>
          </a:p>
        </p:txBody>
      </p:sp>
      <p:sp>
        <p:nvSpPr>
          <p:cNvPr id="37" name="Rectangle 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3" name="Picture 12">
            <a:extLst>
              <a:ext uri="{FF2B5EF4-FFF2-40B4-BE49-F238E27FC236}">
                <a16:creationId xmlns:a16="http://schemas.microsoft.com/office/drawing/2014/main" id="{BC4580BC-ABF2-87C8-EB1A-D6C084DA7140}"/>
              </a:ext>
            </a:extLst>
          </p:cNvPr>
          <p:cNvPicPr>
            <a:picLocks noChangeAspect="1"/>
          </p:cNvPicPr>
          <p:nvPr/>
        </p:nvPicPr>
        <p:blipFill>
          <a:blip r:embed="rId2"/>
          <a:stretch>
            <a:fillRect/>
          </a:stretch>
        </p:blipFill>
        <p:spPr>
          <a:xfrm>
            <a:off x="4224768" y="520695"/>
            <a:ext cx="7936165" cy="5495792"/>
          </a:xfrm>
          <a:prstGeom prst="rect">
            <a:avLst/>
          </a:prstGeom>
        </p:spPr>
      </p:pic>
      <p:sp>
        <p:nvSpPr>
          <p:cNvPr id="3" name="TextBox 2">
            <a:extLst>
              <a:ext uri="{FF2B5EF4-FFF2-40B4-BE49-F238E27FC236}">
                <a16:creationId xmlns:a16="http://schemas.microsoft.com/office/drawing/2014/main" id="{F393F01B-1FFE-E09C-7A4A-C80A9BE0B8B4}"/>
              </a:ext>
            </a:extLst>
          </p:cNvPr>
          <p:cNvSpPr txBox="1"/>
          <p:nvPr/>
        </p:nvSpPr>
        <p:spPr>
          <a:xfrm>
            <a:off x="530087" y="4757530"/>
            <a:ext cx="1875183" cy="430887"/>
          </a:xfrm>
          <a:prstGeom prst="rect">
            <a:avLst/>
          </a:prstGeom>
          <a:noFill/>
        </p:spPr>
        <p:txBody>
          <a:bodyPr wrap="square" rtlCol="0">
            <a:spAutoFit/>
          </a:bodyPr>
          <a:lstStyle/>
          <a:p>
            <a:r>
              <a:rPr lang="en-US" sz="2200" dirty="0"/>
              <a:t>Figure 1</a:t>
            </a:r>
            <a:endParaRPr lang="en-CA" sz="2200" dirty="0"/>
          </a:p>
        </p:txBody>
      </p:sp>
    </p:spTree>
    <p:extLst>
      <p:ext uri="{BB962C8B-B14F-4D97-AF65-F5344CB8AC3E}">
        <p14:creationId xmlns:p14="http://schemas.microsoft.com/office/powerpoint/2010/main" val="2979961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7DEEC1-F1A8-4A03-C30A-BCD3290BA92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C42DC41-C076-1ADB-5673-DF8DE315CC83}"/>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kern="1200" dirty="0">
                <a:solidFill>
                  <a:schemeClr val="tx1"/>
                </a:solidFill>
                <a:latin typeface="+mj-lt"/>
                <a:ea typeface="+mj-ea"/>
                <a:cs typeface="+mj-cs"/>
              </a:rPr>
              <a:t>COII sequences show greater length variability and overlap between subfamilies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descr="A graph of different colored squares&#10;&#10;AI-generated content may be incorrect.">
            <a:extLst>
              <a:ext uri="{FF2B5EF4-FFF2-40B4-BE49-F238E27FC236}">
                <a16:creationId xmlns:a16="http://schemas.microsoft.com/office/drawing/2014/main" id="{F74421BD-FA1B-F665-D832-5FC60ED33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8906" y="441430"/>
            <a:ext cx="7833094" cy="5874820"/>
          </a:xfrm>
          <a:prstGeom prst="rect">
            <a:avLst/>
          </a:prstGeom>
        </p:spPr>
      </p:pic>
      <p:sp>
        <p:nvSpPr>
          <p:cNvPr id="3" name="TextBox 2">
            <a:extLst>
              <a:ext uri="{FF2B5EF4-FFF2-40B4-BE49-F238E27FC236}">
                <a16:creationId xmlns:a16="http://schemas.microsoft.com/office/drawing/2014/main" id="{F5775213-4D57-5368-C027-9DBD42041484}"/>
              </a:ext>
            </a:extLst>
          </p:cNvPr>
          <p:cNvSpPr txBox="1"/>
          <p:nvPr/>
        </p:nvSpPr>
        <p:spPr>
          <a:xfrm>
            <a:off x="477981" y="4750904"/>
            <a:ext cx="1914036" cy="430887"/>
          </a:xfrm>
          <a:prstGeom prst="rect">
            <a:avLst/>
          </a:prstGeom>
          <a:noFill/>
        </p:spPr>
        <p:txBody>
          <a:bodyPr wrap="square" rtlCol="0">
            <a:spAutoFit/>
          </a:bodyPr>
          <a:lstStyle/>
          <a:p>
            <a:r>
              <a:rPr lang="en-US" sz="2200" dirty="0"/>
              <a:t>Figure 2</a:t>
            </a:r>
            <a:endParaRPr lang="en-CA" sz="2200" dirty="0"/>
          </a:p>
        </p:txBody>
      </p:sp>
    </p:spTree>
    <p:extLst>
      <p:ext uri="{BB962C8B-B14F-4D97-AF65-F5344CB8AC3E}">
        <p14:creationId xmlns:p14="http://schemas.microsoft.com/office/powerpoint/2010/main" val="4092700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21104-9264-627C-ED3F-351ECD0F3294}"/>
              </a:ext>
            </a:extLst>
          </p:cNvPr>
          <p:cNvSpPr>
            <a:spLocks noGrp="1"/>
          </p:cNvSpPr>
          <p:nvPr>
            <p:ph type="title"/>
          </p:nvPr>
        </p:nvSpPr>
        <p:spPr>
          <a:xfrm>
            <a:off x="214085" y="-178303"/>
            <a:ext cx="11231880" cy="1325563"/>
          </a:xfrm>
        </p:spPr>
        <p:txBody>
          <a:bodyPr>
            <a:normAutofit/>
          </a:bodyPr>
          <a:lstStyle/>
          <a:p>
            <a:r>
              <a:rPr lang="en-US" sz="3200" dirty="0"/>
              <a:t>COI is a more reliable and standardized barcode marker than COII</a:t>
            </a:r>
            <a:endParaRPr lang="en-CA" sz="3200" dirty="0"/>
          </a:p>
        </p:txBody>
      </p:sp>
      <p:sp>
        <p:nvSpPr>
          <p:cNvPr id="3" name="Content Placeholder 2">
            <a:extLst>
              <a:ext uri="{FF2B5EF4-FFF2-40B4-BE49-F238E27FC236}">
                <a16:creationId xmlns:a16="http://schemas.microsoft.com/office/drawing/2014/main" id="{0FDE1E5B-11D2-19C4-0AC4-4D9C07900BE1}"/>
              </a:ext>
            </a:extLst>
          </p:cNvPr>
          <p:cNvSpPr>
            <a:spLocks noGrp="1"/>
          </p:cNvSpPr>
          <p:nvPr>
            <p:ph idx="1"/>
          </p:nvPr>
        </p:nvSpPr>
        <p:spPr>
          <a:xfrm>
            <a:off x="413658" y="922289"/>
            <a:ext cx="11444513" cy="5645425"/>
          </a:xfrm>
        </p:spPr>
        <p:txBody>
          <a:bodyPr>
            <a:normAutofit fontScale="92500" lnSpcReduction="10000"/>
          </a:bodyPr>
          <a:lstStyle/>
          <a:p>
            <a:pPr>
              <a:lnSpc>
                <a:spcPct val="80000"/>
              </a:lnSpc>
            </a:pPr>
            <a:r>
              <a:rPr lang="en-CA" sz="1800" dirty="0"/>
              <a:t>Figure 1 shows that </a:t>
            </a:r>
            <a:r>
              <a:rPr lang="en-CA" sz="1800" b="1" dirty="0">
                <a:solidFill>
                  <a:schemeClr val="accent6">
                    <a:lumMod val="75000"/>
                  </a:schemeClr>
                </a:solidFill>
              </a:rPr>
              <a:t>COI</a:t>
            </a:r>
            <a:r>
              <a:rPr lang="en-CA" sz="1800" dirty="0"/>
              <a:t> sequence lengths for both subfamilies cluster tightly around ~650 bp</a:t>
            </a:r>
          </a:p>
          <a:p>
            <a:pPr lvl="1">
              <a:lnSpc>
                <a:spcPct val="80000"/>
              </a:lnSpc>
            </a:pPr>
            <a:r>
              <a:rPr lang="en-CA" sz="1600" dirty="0"/>
              <a:t>This matches the standard insect </a:t>
            </a:r>
            <a:r>
              <a:rPr lang="en-CA" sz="1600" b="1" dirty="0">
                <a:solidFill>
                  <a:schemeClr val="accent6">
                    <a:lumMod val="75000"/>
                  </a:schemeClr>
                </a:solidFill>
              </a:rPr>
              <a:t>COI</a:t>
            </a:r>
            <a:r>
              <a:rPr lang="en-CA" sz="1600" dirty="0"/>
              <a:t> barcode length [4]</a:t>
            </a:r>
          </a:p>
          <a:p>
            <a:pPr lvl="1">
              <a:lnSpc>
                <a:spcPct val="80000"/>
              </a:lnSpc>
            </a:pPr>
            <a:r>
              <a:rPr lang="en-CA" sz="1600" dirty="0"/>
              <a:t>Very few outliers remain after filtering</a:t>
            </a:r>
          </a:p>
          <a:p>
            <a:pPr lvl="1">
              <a:lnSpc>
                <a:spcPct val="80000"/>
              </a:lnSpc>
            </a:pPr>
            <a:r>
              <a:rPr lang="en-CA" sz="1600" dirty="0"/>
              <a:t>Interpretation: </a:t>
            </a:r>
            <a:r>
              <a:rPr lang="en-US" sz="1600" dirty="0"/>
              <a:t>The tight clustering around ~650 bp confirms that the </a:t>
            </a:r>
            <a:r>
              <a:rPr lang="en-US" sz="1600" b="1" dirty="0">
                <a:solidFill>
                  <a:schemeClr val="accent6">
                    <a:lumMod val="75000"/>
                  </a:schemeClr>
                </a:solidFill>
              </a:rPr>
              <a:t>COI</a:t>
            </a:r>
            <a:r>
              <a:rPr lang="en-US" sz="1600" dirty="0"/>
              <a:t> sequences are high-quality DNA barcodes and are directly comparable across subfamilies</a:t>
            </a:r>
            <a:endParaRPr lang="en-CA" sz="1600" dirty="0"/>
          </a:p>
          <a:p>
            <a:pPr>
              <a:lnSpc>
                <a:spcPct val="80000"/>
              </a:lnSpc>
            </a:pPr>
            <a:r>
              <a:rPr lang="en-CA" sz="1800" dirty="0"/>
              <a:t>Figure 2 shows that </a:t>
            </a:r>
            <a:r>
              <a:rPr lang="en-CA" sz="1800" b="1" dirty="0">
                <a:solidFill>
                  <a:srgbClr val="7030A0"/>
                </a:solidFill>
              </a:rPr>
              <a:t>COII</a:t>
            </a:r>
            <a:r>
              <a:rPr lang="en-CA" sz="1800" dirty="0"/>
              <a:t> sequence lengths show substantial variation and strong overlap between the subfamilies</a:t>
            </a:r>
          </a:p>
          <a:p>
            <a:pPr lvl="1">
              <a:lnSpc>
                <a:spcPct val="80000"/>
              </a:lnSpc>
            </a:pPr>
            <a:r>
              <a:rPr lang="en-CA" sz="1600" dirty="0"/>
              <a:t>There is not clear separation between the two subfamilies based on length alone</a:t>
            </a:r>
          </a:p>
          <a:p>
            <a:pPr lvl="1">
              <a:lnSpc>
                <a:spcPct val="80000"/>
              </a:lnSpc>
            </a:pPr>
            <a:r>
              <a:rPr lang="en-CA" sz="1600" b="1" dirty="0" err="1">
                <a:solidFill>
                  <a:srgbClr val="0070C0"/>
                </a:solidFill>
              </a:rPr>
              <a:t>Danainae</a:t>
            </a:r>
            <a:r>
              <a:rPr lang="en-CA" sz="1600" dirty="0"/>
              <a:t> sequences cluster more at shorter lengths, and </a:t>
            </a:r>
            <a:r>
              <a:rPr lang="en-CA" sz="1600" b="1" dirty="0" err="1">
                <a:solidFill>
                  <a:srgbClr val="FF0000"/>
                </a:solidFill>
              </a:rPr>
              <a:t>Heliconiinae</a:t>
            </a:r>
            <a:r>
              <a:rPr lang="en-CA" sz="1600" dirty="0"/>
              <a:t> span a broader ranger, indicating higher variability within </a:t>
            </a:r>
            <a:r>
              <a:rPr lang="en-CA" sz="1600" b="1" dirty="0" err="1">
                <a:solidFill>
                  <a:srgbClr val="FF0000"/>
                </a:solidFill>
              </a:rPr>
              <a:t>Heliconiinae</a:t>
            </a:r>
            <a:endParaRPr lang="en-CA" sz="1600" b="1" dirty="0">
              <a:solidFill>
                <a:srgbClr val="FF0000"/>
              </a:solidFill>
            </a:endParaRPr>
          </a:p>
          <a:p>
            <a:pPr lvl="1">
              <a:lnSpc>
                <a:spcPct val="80000"/>
              </a:lnSpc>
            </a:pPr>
            <a:r>
              <a:rPr lang="en-CA" sz="1600" b="1" dirty="0">
                <a:solidFill>
                  <a:srgbClr val="7030A0"/>
                </a:solidFill>
              </a:rPr>
              <a:t>COII</a:t>
            </a:r>
            <a:r>
              <a:rPr lang="en-CA" sz="1600" dirty="0"/>
              <a:t> sequences span a broader range of lengths than </a:t>
            </a:r>
            <a:r>
              <a:rPr lang="en-CA" sz="1600" b="1" dirty="0">
                <a:solidFill>
                  <a:schemeClr val="accent6">
                    <a:lumMod val="75000"/>
                  </a:schemeClr>
                </a:solidFill>
              </a:rPr>
              <a:t>COI</a:t>
            </a:r>
          </a:p>
          <a:p>
            <a:pPr>
              <a:lnSpc>
                <a:spcPct val="80000"/>
              </a:lnSpc>
            </a:pPr>
            <a:r>
              <a:rPr lang="en-US" sz="1800" dirty="0"/>
              <a:t>Overall, </a:t>
            </a:r>
            <a:r>
              <a:rPr lang="en-US" sz="1800" b="1" dirty="0">
                <a:solidFill>
                  <a:srgbClr val="7030A0"/>
                </a:solidFill>
              </a:rPr>
              <a:t>COII</a:t>
            </a:r>
            <a:r>
              <a:rPr lang="en-US" sz="1800" dirty="0"/>
              <a:t> shows greater structural variability, suggesting it may be less ideal as a standardized barcode marker for consistent taxonomic comparisons</a:t>
            </a:r>
          </a:p>
          <a:p>
            <a:pPr lvl="1">
              <a:lnSpc>
                <a:spcPct val="80000"/>
              </a:lnSpc>
            </a:pPr>
            <a:r>
              <a:rPr lang="en-US" sz="1600" dirty="0"/>
              <a:t>The strong clustering of </a:t>
            </a:r>
            <a:r>
              <a:rPr lang="en-US" sz="1600" b="1" dirty="0">
                <a:solidFill>
                  <a:schemeClr val="accent6">
                    <a:lumMod val="75000"/>
                  </a:schemeClr>
                </a:solidFill>
              </a:rPr>
              <a:t>COI</a:t>
            </a:r>
            <a:r>
              <a:rPr lang="en-US" sz="1600" dirty="0"/>
              <a:t> around ~650 bp supports its widespread use in species identification and biodiversity studies </a:t>
            </a:r>
            <a:r>
              <a:rPr lang="en-US" sz="1600" i="1" dirty="0"/>
              <a:t>[5]</a:t>
            </a:r>
            <a:endParaRPr lang="en-US" sz="1600" dirty="0"/>
          </a:p>
          <a:p>
            <a:pPr>
              <a:lnSpc>
                <a:spcPct val="80000"/>
              </a:lnSpc>
            </a:pPr>
            <a:r>
              <a:rPr lang="en-US" sz="1800" dirty="0"/>
              <a:t>The increased variability seen in </a:t>
            </a:r>
            <a:r>
              <a:rPr lang="en-US" sz="1800" b="1" dirty="0">
                <a:solidFill>
                  <a:srgbClr val="7030A0"/>
                </a:solidFill>
              </a:rPr>
              <a:t>COII</a:t>
            </a:r>
            <a:r>
              <a:rPr lang="en-US" sz="1800" dirty="0"/>
              <a:t> suggests:</a:t>
            </a:r>
          </a:p>
          <a:p>
            <a:pPr lvl="1">
              <a:lnSpc>
                <a:spcPct val="80000"/>
              </a:lnSpc>
            </a:pPr>
            <a:r>
              <a:rPr lang="en-US" sz="1600" dirty="0"/>
              <a:t>Greater structural flexibility</a:t>
            </a:r>
          </a:p>
          <a:p>
            <a:pPr lvl="1">
              <a:lnSpc>
                <a:spcPct val="80000"/>
              </a:lnSpc>
            </a:pPr>
            <a:r>
              <a:rPr lang="en-US" sz="1600" dirty="0"/>
              <a:t>Lower consistency as a universal barcode</a:t>
            </a:r>
          </a:p>
          <a:p>
            <a:pPr>
              <a:lnSpc>
                <a:spcPct val="80000"/>
              </a:lnSpc>
            </a:pPr>
            <a:r>
              <a:rPr lang="en-US" sz="1800" dirty="0"/>
              <a:t>Since both subfamilies overlap in length for both genes, sequence length alone is not sufficient for taxonomic classification</a:t>
            </a:r>
          </a:p>
          <a:p>
            <a:pPr>
              <a:lnSpc>
                <a:spcPct val="80000"/>
              </a:lnSpc>
            </a:pPr>
            <a:r>
              <a:rPr lang="en-US" sz="1800" dirty="0"/>
              <a:t>This supports the need for further testing with:</a:t>
            </a:r>
          </a:p>
          <a:p>
            <a:pPr lvl="1">
              <a:lnSpc>
                <a:spcPct val="80000"/>
              </a:lnSpc>
            </a:pPr>
            <a:r>
              <a:rPr lang="en-US" sz="1600" dirty="0"/>
              <a:t>Nucleotide composition features</a:t>
            </a:r>
          </a:p>
          <a:p>
            <a:pPr lvl="1">
              <a:lnSpc>
                <a:spcPct val="80000"/>
              </a:lnSpc>
            </a:pPr>
            <a:r>
              <a:rPr lang="en-US" sz="1600" dirty="0"/>
              <a:t>Machine learning classifiers, rather than relying on simple sequence properties</a:t>
            </a:r>
          </a:p>
          <a:p>
            <a:pPr>
              <a:lnSpc>
                <a:spcPct val="80000"/>
              </a:lnSpc>
            </a:pPr>
            <a:r>
              <a:rPr lang="en-US" sz="1800" dirty="0"/>
              <a:t>These results were expected, as </a:t>
            </a:r>
            <a:r>
              <a:rPr lang="en-US" sz="1800" b="1" dirty="0">
                <a:solidFill>
                  <a:schemeClr val="accent6">
                    <a:lumMod val="75000"/>
                  </a:schemeClr>
                </a:solidFill>
              </a:rPr>
              <a:t>COI</a:t>
            </a:r>
            <a:r>
              <a:rPr lang="en-US" sz="1800" dirty="0"/>
              <a:t> is known to be a highly conserved barcode region, while </a:t>
            </a:r>
            <a:r>
              <a:rPr lang="en-US" sz="1800" b="1" dirty="0">
                <a:solidFill>
                  <a:srgbClr val="7030A0"/>
                </a:solidFill>
              </a:rPr>
              <a:t>COII</a:t>
            </a:r>
            <a:r>
              <a:rPr lang="en-US" sz="1800" dirty="0"/>
              <a:t> is less uniformly standardized across insects [1]</a:t>
            </a:r>
          </a:p>
          <a:p>
            <a:endParaRPr lang="en-CA" sz="800" dirty="0"/>
          </a:p>
        </p:txBody>
      </p:sp>
      <p:cxnSp>
        <p:nvCxnSpPr>
          <p:cNvPr id="7" name="Straight Connector 6">
            <a:extLst>
              <a:ext uri="{FF2B5EF4-FFF2-40B4-BE49-F238E27FC236}">
                <a16:creationId xmlns:a16="http://schemas.microsoft.com/office/drawing/2014/main" id="{FFAA9D5A-0D9D-B483-8473-9DD0B7792E9C}"/>
              </a:ext>
            </a:extLst>
          </p:cNvPr>
          <p:cNvCxnSpPr/>
          <p:nvPr/>
        </p:nvCxnSpPr>
        <p:spPr>
          <a:xfrm>
            <a:off x="123371" y="667657"/>
            <a:ext cx="1164771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889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A63F61-0179-ADF7-D963-C9D0BF9F62C4}"/>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64D5E17E-971D-3193-53F7-F9C065028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F8B5E66-F92E-119B-3C34-6F0F4DD509FC}"/>
              </a:ext>
            </a:extLst>
          </p:cNvPr>
          <p:cNvSpPr txBox="1"/>
          <p:nvPr/>
        </p:nvSpPr>
        <p:spPr>
          <a:xfrm>
            <a:off x="477981" y="1122363"/>
            <a:ext cx="37112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t>The gene classifier perfectly separates COI and COII</a:t>
            </a:r>
            <a:endParaRPr lang="en-US" sz="3600" kern="1200" dirty="0">
              <a:solidFill>
                <a:schemeClr val="tx1"/>
              </a:solidFill>
              <a:latin typeface="+mj-lt"/>
              <a:ea typeface="+mj-ea"/>
              <a:cs typeface="+mj-cs"/>
            </a:endParaRPr>
          </a:p>
        </p:txBody>
      </p:sp>
      <p:sp>
        <p:nvSpPr>
          <p:cNvPr id="37" name="Rectangle 36">
            <a:extLst>
              <a:ext uri="{FF2B5EF4-FFF2-40B4-BE49-F238E27FC236}">
                <a16:creationId xmlns:a16="http://schemas.microsoft.com/office/drawing/2014/main" id="{92048218-FE5E-E0F8-E7E4-499A7033E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7B2D2DBC-D607-69A6-A35D-62165FF14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C78303CC-AF0A-DF7F-F988-32EFFB5B1E90}"/>
              </a:ext>
            </a:extLst>
          </p:cNvPr>
          <p:cNvSpPr txBox="1"/>
          <p:nvPr/>
        </p:nvSpPr>
        <p:spPr>
          <a:xfrm>
            <a:off x="530087" y="4757530"/>
            <a:ext cx="1875183" cy="430887"/>
          </a:xfrm>
          <a:prstGeom prst="rect">
            <a:avLst/>
          </a:prstGeom>
          <a:noFill/>
        </p:spPr>
        <p:txBody>
          <a:bodyPr wrap="square" rtlCol="0">
            <a:spAutoFit/>
          </a:bodyPr>
          <a:lstStyle/>
          <a:p>
            <a:r>
              <a:rPr lang="en-US" sz="2200" dirty="0"/>
              <a:t>Figure 3</a:t>
            </a:r>
            <a:endParaRPr lang="en-CA" sz="2200" dirty="0"/>
          </a:p>
        </p:txBody>
      </p:sp>
      <p:pic>
        <p:nvPicPr>
          <p:cNvPr id="4" name="Picture 3" descr="A graph of a function&#10;&#10;AI-generated content may be incorrect.">
            <a:extLst>
              <a:ext uri="{FF2B5EF4-FFF2-40B4-BE49-F238E27FC236}">
                <a16:creationId xmlns:a16="http://schemas.microsoft.com/office/drawing/2014/main" id="{616D2814-DB56-38DC-4DB3-CF6A3ADFB8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9241" y="625683"/>
            <a:ext cx="7925707" cy="5944280"/>
          </a:xfrm>
          <a:prstGeom prst="rect">
            <a:avLst/>
          </a:prstGeom>
        </p:spPr>
      </p:pic>
    </p:spTree>
    <p:extLst>
      <p:ext uri="{BB962C8B-B14F-4D97-AF65-F5344CB8AC3E}">
        <p14:creationId xmlns:p14="http://schemas.microsoft.com/office/powerpoint/2010/main" val="4214124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56227B-D3A6-CE86-F3DB-CCB08472A1AB}"/>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A5E8E73-34D2-A52A-5B1A-1C4CE1155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6AA5506-CB4E-7D62-AF35-F028C96BFA50}"/>
              </a:ext>
            </a:extLst>
          </p:cNvPr>
          <p:cNvSpPr txBox="1"/>
          <p:nvPr/>
        </p:nvSpPr>
        <p:spPr>
          <a:xfrm>
            <a:off x="477981" y="1122363"/>
            <a:ext cx="3814105"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t>Subfamily classification is highly accurate but not perfect</a:t>
            </a:r>
            <a:endParaRPr lang="en-US" sz="3600" kern="1200" dirty="0">
              <a:solidFill>
                <a:schemeClr val="tx1"/>
              </a:solidFill>
              <a:latin typeface="+mj-lt"/>
              <a:ea typeface="+mj-ea"/>
              <a:cs typeface="+mj-cs"/>
            </a:endParaRPr>
          </a:p>
        </p:txBody>
      </p:sp>
      <p:sp>
        <p:nvSpPr>
          <p:cNvPr id="37" name="Rectangle 36">
            <a:extLst>
              <a:ext uri="{FF2B5EF4-FFF2-40B4-BE49-F238E27FC236}">
                <a16:creationId xmlns:a16="http://schemas.microsoft.com/office/drawing/2014/main" id="{8704C44D-D48E-B43F-F159-5BA5178D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2C7E764D-21FC-FEF6-C3FE-8DEB360A1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3DEE082E-BD8D-E31E-B154-F74DF45D7F27}"/>
              </a:ext>
            </a:extLst>
          </p:cNvPr>
          <p:cNvSpPr txBox="1"/>
          <p:nvPr/>
        </p:nvSpPr>
        <p:spPr>
          <a:xfrm>
            <a:off x="530087" y="4757530"/>
            <a:ext cx="1875183" cy="430887"/>
          </a:xfrm>
          <a:prstGeom prst="rect">
            <a:avLst/>
          </a:prstGeom>
          <a:noFill/>
        </p:spPr>
        <p:txBody>
          <a:bodyPr wrap="square" rtlCol="0">
            <a:spAutoFit/>
          </a:bodyPr>
          <a:lstStyle/>
          <a:p>
            <a:r>
              <a:rPr lang="en-US" sz="2200" dirty="0"/>
              <a:t>Figure 4</a:t>
            </a:r>
            <a:endParaRPr lang="en-CA" sz="2200" dirty="0"/>
          </a:p>
        </p:txBody>
      </p:sp>
      <p:pic>
        <p:nvPicPr>
          <p:cNvPr id="5" name="Picture 4" descr="A graph of a curve&#10;&#10;AI-generated content may be incorrect.">
            <a:extLst>
              <a:ext uri="{FF2B5EF4-FFF2-40B4-BE49-F238E27FC236}">
                <a16:creationId xmlns:a16="http://schemas.microsoft.com/office/drawing/2014/main" id="{67CEFC08-6DF9-2E74-84E2-80390B4A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443" y="727283"/>
            <a:ext cx="7699200" cy="5774400"/>
          </a:xfrm>
          <a:prstGeom prst="rect">
            <a:avLst/>
          </a:prstGeom>
        </p:spPr>
      </p:pic>
    </p:spTree>
    <p:extLst>
      <p:ext uri="{BB962C8B-B14F-4D97-AF65-F5344CB8AC3E}">
        <p14:creationId xmlns:p14="http://schemas.microsoft.com/office/powerpoint/2010/main" val="4279902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B82F-25D4-FF96-6920-97A8CCD77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5FC7A-4605-F829-53B1-ECCC93EA52F2}"/>
              </a:ext>
            </a:extLst>
          </p:cNvPr>
          <p:cNvSpPr>
            <a:spLocks noGrp="1"/>
          </p:cNvSpPr>
          <p:nvPr>
            <p:ph type="title"/>
          </p:nvPr>
        </p:nvSpPr>
        <p:spPr>
          <a:xfrm>
            <a:off x="235217" y="-100614"/>
            <a:ext cx="12138211" cy="1325563"/>
          </a:xfrm>
        </p:spPr>
        <p:txBody>
          <a:bodyPr>
            <a:normAutofit/>
          </a:bodyPr>
          <a:lstStyle/>
          <a:p>
            <a:r>
              <a:rPr lang="en-US" sz="3200" dirty="0"/>
              <a:t>Gene-level classification is more accurate than subfamily-level classification</a:t>
            </a:r>
            <a:endParaRPr lang="en-CA" sz="3200" dirty="0"/>
          </a:p>
        </p:txBody>
      </p:sp>
      <p:sp>
        <p:nvSpPr>
          <p:cNvPr id="3" name="Content Placeholder 2">
            <a:extLst>
              <a:ext uri="{FF2B5EF4-FFF2-40B4-BE49-F238E27FC236}">
                <a16:creationId xmlns:a16="http://schemas.microsoft.com/office/drawing/2014/main" id="{D0B7DB59-0CAD-BDEF-99FA-22491FD55215}"/>
              </a:ext>
            </a:extLst>
          </p:cNvPr>
          <p:cNvSpPr>
            <a:spLocks noGrp="1"/>
          </p:cNvSpPr>
          <p:nvPr>
            <p:ph idx="1"/>
          </p:nvPr>
        </p:nvSpPr>
        <p:spPr>
          <a:xfrm>
            <a:off x="388257" y="1154516"/>
            <a:ext cx="11568526" cy="5413198"/>
          </a:xfrm>
        </p:spPr>
        <p:txBody>
          <a:bodyPr>
            <a:normAutofit fontScale="55000" lnSpcReduction="20000"/>
          </a:bodyPr>
          <a:lstStyle/>
          <a:p>
            <a:pPr>
              <a:lnSpc>
                <a:spcPct val="100000"/>
              </a:lnSpc>
            </a:pPr>
            <a:r>
              <a:rPr lang="en-CA" sz="3800" dirty="0"/>
              <a:t>Figure 3 shows an ROC curve that reaches the top-left corner with an AUC of 1</a:t>
            </a:r>
          </a:p>
          <a:p>
            <a:pPr lvl="1">
              <a:lnSpc>
                <a:spcPct val="100000"/>
              </a:lnSpc>
            </a:pPr>
            <a:r>
              <a:rPr lang="en-CA" sz="2900" dirty="0"/>
              <a:t>This indicates perfect classification, with the model achieving 100% sensitivity and specificity</a:t>
            </a:r>
          </a:p>
          <a:p>
            <a:pPr lvl="1">
              <a:lnSpc>
                <a:spcPct val="100000"/>
              </a:lnSpc>
            </a:pPr>
            <a:r>
              <a:rPr lang="en-CA" sz="2900" dirty="0"/>
              <a:t>The nucleotide composition features provide complete separation between </a:t>
            </a:r>
            <a:r>
              <a:rPr lang="en-CA" sz="2900" b="1" dirty="0">
                <a:solidFill>
                  <a:schemeClr val="accent6">
                    <a:lumMod val="75000"/>
                  </a:schemeClr>
                </a:solidFill>
              </a:rPr>
              <a:t>COI</a:t>
            </a:r>
            <a:r>
              <a:rPr lang="en-CA" sz="2900" dirty="0"/>
              <a:t> and </a:t>
            </a:r>
            <a:r>
              <a:rPr lang="en-CA" sz="2900" b="1" dirty="0">
                <a:solidFill>
                  <a:srgbClr val="7030A0"/>
                </a:solidFill>
              </a:rPr>
              <a:t>COII</a:t>
            </a:r>
            <a:r>
              <a:rPr lang="en-CA" sz="2900" dirty="0"/>
              <a:t>, making gene classification trivially easy for the model</a:t>
            </a:r>
          </a:p>
          <a:p>
            <a:pPr>
              <a:lnSpc>
                <a:spcPct val="100000"/>
              </a:lnSpc>
            </a:pPr>
            <a:r>
              <a:rPr lang="en-CA" sz="3800" dirty="0"/>
              <a:t>Figure 4 shows an ROC curve with a steep rise in sensitivity at high specificity and an AUC of 0.9781</a:t>
            </a:r>
          </a:p>
          <a:p>
            <a:pPr lvl="1">
              <a:lnSpc>
                <a:spcPct val="100000"/>
              </a:lnSpc>
            </a:pPr>
            <a:r>
              <a:rPr lang="en-CA" sz="2900" dirty="0"/>
              <a:t>This indicates very strong classification with most sequences being correctly classified</a:t>
            </a:r>
          </a:p>
          <a:p>
            <a:pPr lvl="1">
              <a:lnSpc>
                <a:spcPct val="100000"/>
              </a:lnSpc>
            </a:pPr>
            <a:r>
              <a:rPr lang="en-CA" sz="2900" dirty="0"/>
              <a:t>Some overlap between subfamilies still exists</a:t>
            </a:r>
          </a:p>
          <a:p>
            <a:pPr lvl="1">
              <a:lnSpc>
                <a:spcPct val="100000"/>
              </a:lnSpc>
            </a:pPr>
            <a:r>
              <a:rPr lang="en-CA" sz="2900" dirty="0"/>
              <a:t>The classifies performs very well at separating </a:t>
            </a:r>
            <a:r>
              <a:rPr lang="en-CA" sz="2900" b="1" dirty="0" err="1">
                <a:solidFill>
                  <a:srgbClr val="0070C0"/>
                </a:solidFill>
              </a:rPr>
              <a:t>Danainae</a:t>
            </a:r>
            <a:r>
              <a:rPr lang="en-CA" sz="2900" dirty="0">
                <a:solidFill>
                  <a:srgbClr val="0070C0"/>
                </a:solidFill>
              </a:rPr>
              <a:t> </a:t>
            </a:r>
            <a:r>
              <a:rPr lang="en-CA" sz="2900" dirty="0"/>
              <a:t>and </a:t>
            </a:r>
            <a:r>
              <a:rPr lang="en-CA" sz="2900" b="1" dirty="0" err="1">
                <a:solidFill>
                  <a:srgbClr val="FF0000"/>
                </a:solidFill>
              </a:rPr>
              <a:t>Heliconiinae</a:t>
            </a:r>
            <a:endParaRPr lang="en-CA" sz="2900" b="1" dirty="0">
              <a:solidFill>
                <a:srgbClr val="FF0000"/>
              </a:solidFill>
            </a:endParaRPr>
          </a:p>
          <a:p>
            <a:pPr lvl="2">
              <a:lnSpc>
                <a:spcPct val="100000"/>
              </a:lnSpc>
            </a:pPr>
            <a:r>
              <a:rPr lang="en-US" sz="2600" dirty="0"/>
              <a:t>Subfamily classification is more difficult than gene classification due to greater biological similarity and overlapping sequence features, which increases classification complexity in ecological datasets [2]</a:t>
            </a:r>
            <a:endParaRPr lang="en-CA" sz="2600" dirty="0"/>
          </a:p>
          <a:p>
            <a:pPr>
              <a:lnSpc>
                <a:spcPct val="100000"/>
              </a:lnSpc>
            </a:pPr>
            <a:r>
              <a:rPr lang="en-CA" sz="3800" dirty="0"/>
              <a:t>Overall:</a:t>
            </a:r>
          </a:p>
          <a:p>
            <a:pPr lvl="1">
              <a:lnSpc>
                <a:spcPct val="100000"/>
              </a:lnSpc>
            </a:pPr>
            <a:r>
              <a:rPr lang="en-US" sz="2900" b="1" dirty="0">
                <a:solidFill>
                  <a:schemeClr val="accent6">
                    <a:lumMod val="75000"/>
                  </a:schemeClr>
                </a:solidFill>
              </a:rPr>
              <a:t>COI</a:t>
            </a:r>
            <a:r>
              <a:rPr lang="en-US" sz="2900" dirty="0"/>
              <a:t> and </a:t>
            </a:r>
            <a:r>
              <a:rPr lang="en-US" sz="2900" b="1" dirty="0">
                <a:solidFill>
                  <a:srgbClr val="7030A0"/>
                </a:solidFill>
              </a:rPr>
              <a:t>COII</a:t>
            </a:r>
            <a:r>
              <a:rPr lang="en-US" sz="2900" dirty="0"/>
              <a:t> are distinct mitochondrial genes, which explains the perfect classification performance</a:t>
            </a:r>
          </a:p>
          <a:p>
            <a:pPr lvl="1">
              <a:lnSpc>
                <a:spcPct val="100000"/>
              </a:lnSpc>
            </a:pPr>
            <a:r>
              <a:rPr lang="en-US" sz="2900" b="1" dirty="0" err="1">
                <a:solidFill>
                  <a:srgbClr val="0070C0"/>
                </a:solidFill>
              </a:rPr>
              <a:t>Danainae</a:t>
            </a:r>
            <a:r>
              <a:rPr lang="en-US" sz="2900" dirty="0"/>
              <a:t> and </a:t>
            </a:r>
            <a:r>
              <a:rPr lang="en-US" sz="2900" b="1" dirty="0" err="1">
                <a:solidFill>
                  <a:srgbClr val="FF0000"/>
                </a:solidFill>
              </a:rPr>
              <a:t>Heliconiinae</a:t>
            </a:r>
            <a:r>
              <a:rPr lang="en-US" sz="2900" dirty="0"/>
              <a:t> are closely related butterfly subfamilies, so their nucleotide compositions show greater overlap, and classification remains strong but not perfect</a:t>
            </a:r>
          </a:p>
          <a:p>
            <a:pPr>
              <a:lnSpc>
                <a:spcPct val="100000"/>
              </a:lnSpc>
            </a:pPr>
            <a:r>
              <a:rPr lang="en-US" sz="3800" dirty="0"/>
              <a:t>This demonstrates how taxonomic depth directly affects classification difficult</a:t>
            </a:r>
          </a:p>
          <a:p>
            <a:pPr>
              <a:lnSpc>
                <a:spcPct val="100000"/>
              </a:lnSpc>
            </a:pPr>
            <a:r>
              <a:rPr lang="en-US" sz="3800" dirty="0"/>
              <a:t>These results were expected because separating different genes is biologically simpler than separating closely related taxonomic groups [2]</a:t>
            </a:r>
          </a:p>
          <a:p>
            <a:endParaRPr lang="en-CA" dirty="0"/>
          </a:p>
          <a:p>
            <a:pPr marL="914400" lvl="2" indent="0">
              <a:buNone/>
            </a:pPr>
            <a:endParaRPr lang="en-US" dirty="0"/>
          </a:p>
          <a:p>
            <a:pPr marL="914400" lvl="2" indent="0">
              <a:buNone/>
            </a:pPr>
            <a:endParaRPr lang="en-US" dirty="0"/>
          </a:p>
          <a:p>
            <a:endParaRPr lang="en-CA" dirty="0"/>
          </a:p>
        </p:txBody>
      </p:sp>
      <p:cxnSp>
        <p:nvCxnSpPr>
          <p:cNvPr id="4" name="Straight Connector 3">
            <a:extLst>
              <a:ext uri="{FF2B5EF4-FFF2-40B4-BE49-F238E27FC236}">
                <a16:creationId xmlns:a16="http://schemas.microsoft.com/office/drawing/2014/main" id="{7C8510AD-4787-1E1C-24F5-55A82F651D2E}"/>
              </a:ext>
            </a:extLst>
          </p:cNvPr>
          <p:cNvCxnSpPr/>
          <p:nvPr/>
        </p:nvCxnSpPr>
        <p:spPr>
          <a:xfrm>
            <a:off x="272142" y="1016000"/>
            <a:ext cx="1164771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287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9DD884-5024-99A4-F03A-EEE354D0C07B}"/>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3914183-164A-D67C-501D-FEB1EA575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F5C6856-34AC-8648-4CC5-0307DA7C6E9E}"/>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3700" kern="1200" dirty="0">
              <a:solidFill>
                <a:schemeClr val="tx1"/>
              </a:solidFill>
              <a:latin typeface="+mj-lt"/>
              <a:ea typeface="+mj-ea"/>
              <a:cs typeface="+mj-cs"/>
            </a:endParaRPr>
          </a:p>
        </p:txBody>
      </p:sp>
      <p:sp>
        <p:nvSpPr>
          <p:cNvPr id="37" name="Rectangle 36">
            <a:extLst>
              <a:ext uri="{FF2B5EF4-FFF2-40B4-BE49-F238E27FC236}">
                <a16:creationId xmlns:a16="http://schemas.microsoft.com/office/drawing/2014/main" id="{46139AF6-4E7C-1CF2-C13A-4CCF6A93F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AC2B276C-E449-FFA8-BE6E-78543DB46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DDE0E56F-1E63-0B18-1D8E-6909743E7545}"/>
              </a:ext>
            </a:extLst>
          </p:cNvPr>
          <p:cNvSpPr txBox="1"/>
          <p:nvPr/>
        </p:nvSpPr>
        <p:spPr>
          <a:xfrm>
            <a:off x="530087" y="4757530"/>
            <a:ext cx="1875183" cy="430887"/>
          </a:xfrm>
          <a:prstGeom prst="rect">
            <a:avLst/>
          </a:prstGeom>
          <a:noFill/>
        </p:spPr>
        <p:txBody>
          <a:bodyPr wrap="square" rtlCol="0">
            <a:spAutoFit/>
          </a:bodyPr>
          <a:lstStyle/>
          <a:p>
            <a:r>
              <a:rPr lang="en-US" sz="2200" dirty="0"/>
              <a:t>Figure 5</a:t>
            </a:r>
            <a:endParaRPr lang="en-CA" sz="2200" dirty="0"/>
          </a:p>
        </p:txBody>
      </p:sp>
      <p:pic>
        <p:nvPicPr>
          <p:cNvPr id="4" name="Picture 3" descr="A graph of a function&#10;&#10;AI-generated content may be incorrect.">
            <a:extLst>
              <a:ext uri="{FF2B5EF4-FFF2-40B4-BE49-F238E27FC236}">
                <a16:creationId xmlns:a16="http://schemas.microsoft.com/office/drawing/2014/main" id="{9F6A2FAB-31DE-E2EA-E85E-B8118B6F6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1263" y="534048"/>
            <a:ext cx="7719872" cy="5789904"/>
          </a:xfrm>
          <a:prstGeom prst="rect">
            <a:avLst/>
          </a:prstGeom>
        </p:spPr>
      </p:pic>
      <p:sp>
        <p:nvSpPr>
          <p:cNvPr id="8" name="TextBox 7">
            <a:extLst>
              <a:ext uri="{FF2B5EF4-FFF2-40B4-BE49-F238E27FC236}">
                <a16:creationId xmlns:a16="http://schemas.microsoft.com/office/drawing/2014/main" id="{EA3A404A-A3E7-74C8-B531-41C40EFA41EB}"/>
              </a:ext>
            </a:extLst>
          </p:cNvPr>
          <p:cNvSpPr txBox="1"/>
          <p:nvPr/>
        </p:nvSpPr>
        <p:spPr>
          <a:xfrm>
            <a:off x="352942" y="1286372"/>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t>Random Forest and SVM perform identically for gene classification</a:t>
            </a:r>
            <a:endParaRPr lang="en-US" sz="3600" kern="1200" dirty="0">
              <a:solidFill>
                <a:schemeClr val="tx1"/>
              </a:solidFill>
              <a:latin typeface="+mj-lt"/>
              <a:ea typeface="+mj-ea"/>
              <a:cs typeface="+mj-cs"/>
            </a:endParaRPr>
          </a:p>
        </p:txBody>
      </p:sp>
    </p:spTree>
    <p:extLst>
      <p:ext uri="{BB962C8B-B14F-4D97-AF65-F5344CB8AC3E}">
        <p14:creationId xmlns:p14="http://schemas.microsoft.com/office/powerpoint/2010/main" val="1789864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5FBFB4-4F56-875F-2F63-BB053AE13DEB}"/>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F8645DC-FA02-E2EE-B210-33F46FAA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F52A945-249F-9008-9B37-D04EA68C2A9E}"/>
              </a:ext>
            </a:extLst>
          </p:cNvPr>
          <p:cNvSpPr txBox="1"/>
          <p:nvPr/>
        </p:nvSpPr>
        <p:spPr>
          <a:xfrm>
            <a:off x="342793" y="1215366"/>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3700" kern="1200" dirty="0">
              <a:solidFill>
                <a:schemeClr val="tx1"/>
              </a:solidFill>
              <a:latin typeface="+mj-lt"/>
              <a:ea typeface="+mj-ea"/>
              <a:cs typeface="+mj-cs"/>
            </a:endParaRPr>
          </a:p>
        </p:txBody>
      </p:sp>
      <p:sp>
        <p:nvSpPr>
          <p:cNvPr id="37" name="Rectangle 36">
            <a:extLst>
              <a:ext uri="{FF2B5EF4-FFF2-40B4-BE49-F238E27FC236}">
                <a16:creationId xmlns:a16="http://schemas.microsoft.com/office/drawing/2014/main" id="{F0B2DCD8-2536-60E8-E505-8C0561A40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BC4DD059-87FD-ADA1-128D-82EACFEEC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3AA04651-CFF2-459F-0E9E-828EF044B060}"/>
              </a:ext>
            </a:extLst>
          </p:cNvPr>
          <p:cNvSpPr txBox="1"/>
          <p:nvPr/>
        </p:nvSpPr>
        <p:spPr>
          <a:xfrm>
            <a:off x="530087" y="4757530"/>
            <a:ext cx="1875183" cy="430887"/>
          </a:xfrm>
          <a:prstGeom prst="rect">
            <a:avLst/>
          </a:prstGeom>
          <a:noFill/>
        </p:spPr>
        <p:txBody>
          <a:bodyPr wrap="square" rtlCol="0">
            <a:spAutoFit/>
          </a:bodyPr>
          <a:lstStyle/>
          <a:p>
            <a:r>
              <a:rPr lang="en-US" sz="2200" dirty="0"/>
              <a:t>Figure 6</a:t>
            </a:r>
            <a:endParaRPr lang="en-CA" sz="2200" dirty="0"/>
          </a:p>
        </p:txBody>
      </p:sp>
      <p:pic>
        <p:nvPicPr>
          <p:cNvPr id="5" name="Picture 4" descr="A graph of a graph with a red line&#10;&#10;AI-generated content may be incorrect.">
            <a:extLst>
              <a:ext uri="{FF2B5EF4-FFF2-40B4-BE49-F238E27FC236}">
                <a16:creationId xmlns:a16="http://schemas.microsoft.com/office/drawing/2014/main" id="{39BA3F9E-E7B7-A3E2-AB34-2B2DD594B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0963" y="497342"/>
            <a:ext cx="8030171" cy="6022628"/>
          </a:xfrm>
          <a:prstGeom prst="rect">
            <a:avLst/>
          </a:prstGeom>
        </p:spPr>
      </p:pic>
      <p:sp>
        <p:nvSpPr>
          <p:cNvPr id="6" name="TextBox 5">
            <a:extLst>
              <a:ext uri="{FF2B5EF4-FFF2-40B4-BE49-F238E27FC236}">
                <a16:creationId xmlns:a16="http://schemas.microsoft.com/office/drawing/2014/main" id="{D12DEE4E-CD77-838E-CBB2-95CBF0F9A770}"/>
              </a:ext>
            </a:extLst>
          </p:cNvPr>
          <p:cNvSpPr txBox="1"/>
          <p:nvPr/>
        </p:nvSpPr>
        <p:spPr>
          <a:xfrm>
            <a:off x="341396" y="1311527"/>
            <a:ext cx="3648772"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t>Classifier performance depends on biological complexity of the task</a:t>
            </a:r>
            <a:endParaRPr lang="en-US" sz="3600" kern="1200" dirty="0">
              <a:solidFill>
                <a:schemeClr val="tx1"/>
              </a:solidFill>
              <a:latin typeface="+mj-lt"/>
              <a:ea typeface="+mj-ea"/>
              <a:cs typeface="+mj-cs"/>
            </a:endParaRPr>
          </a:p>
        </p:txBody>
      </p:sp>
    </p:spTree>
    <p:extLst>
      <p:ext uri="{BB962C8B-B14F-4D97-AF65-F5344CB8AC3E}">
        <p14:creationId xmlns:p14="http://schemas.microsoft.com/office/powerpoint/2010/main" val="106646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ED029-8F35-DD9B-78E9-8E9007322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259C7-60A1-C768-1428-4196DA9C2104}"/>
              </a:ext>
            </a:extLst>
          </p:cNvPr>
          <p:cNvSpPr>
            <a:spLocks noGrp="1"/>
          </p:cNvSpPr>
          <p:nvPr>
            <p:ph type="title"/>
          </p:nvPr>
        </p:nvSpPr>
        <p:spPr>
          <a:xfrm>
            <a:off x="239271" y="-250874"/>
            <a:ext cx="11231880" cy="1325563"/>
          </a:xfrm>
        </p:spPr>
        <p:txBody>
          <a:bodyPr>
            <a:normAutofit/>
          </a:bodyPr>
          <a:lstStyle/>
          <a:p>
            <a:r>
              <a:rPr lang="en-US" sz="3200" dirty="0"/>
              <a:t>Random Forest is better suited for complex ecological classification</a:t>
            </a:r>
            <a:endParaRPr lang="en-CA" sz="3200" dirty="0"/>
          </a:p>
        </p:txBody>
      </p:sp>
      <p:sp>
        <p:nvSpPr>
          <p:cNvPr id="3" name="Content Placeholder 2">
            <a:extLst>
              <a:ext uri="{FF2B5EF4-FFF2-40B4-BE49-F238E27FC236}">
                <a16:creationId xmlns:a16="http://schemas.microsoft.com/office/drawing/2014/main" id="{1DD66264-F2A5-B722-7919-332AD3E0AD6D}"/>
              </a:ext>
            </a:extLst>
          </p:cNvPr>
          <p:cNvSpPr>
            <a:spLocks noGrp="1"/>
          </p:cNvSpPr>
          <p:nvPr>
            <p:ph idx="1"/>
          </p:nvPr>
        </p:nvSpPr>
        <p:spPr>
          <a:xfrm>
            <a:off x="300957" y="827944"/>
            <a:ext cx="11647715" cy="5834107"/>
          </a:xfrm>
        </p:spPr>
        <p:txBody>
          <a:bodyPr>
            <a:normAutofit fontScale="92500" lnSpcReduction="20000"/>
          </a:bodyPr>
          <a:lstStyle/>
          <a:p>
            <a:r>
              <a:rPr lang="en-CA" sz="2000" dirty="0"/>
              <a:t>Figure 5 shows that both the Random Forest and SVM ROC curves completely overlap</a:t>
            </a:r>
          </a:p>
          <a:p>
            <a:pPr lvl="1"/>
            <a:r>
              <a:rPr lang="en-CA" sz="1800" dirty="0"/>
              <a:t>Both models achieve an AUC = 1, 100% sensitivity and 100% specificity</a:t>
            </a:r>
          </a:p>
          <a:p>
            <a:pPr lvl="1"/>
            <a:r>
              <a:rPr lang="en-CA" sz="1800" dirty="0"/>
              <a:t>There is no visible difference in performance between both models</a:t>
            </a:r>
          </a:p>
          <a:p>
            <a:pPr lvl="1"/>
            <a:r>
              <a:rPr lang="en-US" sz="1800" dirty="0"/>
              <a:t>Both Random Forest and SVM classify </a:t>
            </a:r>
            <a:r>
              <a:rPr lang="en-US" sz="1800" b="1" dirty="0">
                <a:solidFill>
                  <a:schemeClr val="accent6">
                    <a:lumMod val="75000"/>
                  </a:schemeClr>
                </a:solidFill>
              </a:rPr>
              <a:t>COI</a:t>
            </a:r>
            <a:r>
              <a:rPr lang="en-US" sz="1800" dirty="0"/>
              <a:t> vs </a:t>
            </a:r>
            <a:r>
              <a:rPr lang="en-US" sz="1800" b="1" dirty="0">
                <a:solidFill>
                  <a:srgbClr val="7030A0"/>
                </a:solidFill>
              </a:rPr>
              <a:t>COII</a:t>
            </a:r>
            <a:r>
              <a:rPr lang="en-US" sz="1800" dirty="0"/>
              <a:t> perfectly, indicating that gene-level classification is trivially separable using nucleotide composition features, regardless of classifier choice.</a:t>
            </a:r>
          </a:p>
          <a:p>
            <a:r>
              <a:rPr lang="en-CA" sz="2000" dirty="0"/>
              <a:t>Figure 6 shows that the Random Forest ROC curve rises much more steeply than the SVM ROC curve</a:t>
            </a:r>
          </a:p>
          <a:p>
            <a:pPr lvl="1"/>
            <a:r>
              <a:rPr lang="en-CA" sz="2000" dirty="0"/>
              <a:t>The Random Forest shows:</a:t>
            </a:r>
          </a:p>
          <a:p>
            <a:pPr lvl="2"/>
            <a:r>
              <a:rPr lang="en-CA" sz="1800" dirty="0"/>
              <a:t>Very high sensitivity at high specificity</a:t>
            </a:r>
          </a:p>
          <a:p>
            <a:pPr lvl="2"/>
            <a:r>
              <a:rPr lang="en-CA" sz="1800" dirty="0"/>
              <a:t>Strong overall discrimination</a:t>
            </a:r>
          </a:p>
          <a:p>
            <a:pPr lvl="1"/>
            <a:r>
              <a:rPr lang="en-CA" sz="2000" dirty="0"/>
              <a:t>The SVM shows</a:t>
            </a:r>
            <a:r>
              <a:rPr lang="en-CA" sz="1600" dirty="0"/>
              <a:t>:</a:t>
            </a:r>
          </a:p>
          <a:p>
            <a:pPr lvl="2"/>
            <a:r>
              <a:rPr lang="en-CA" sz="1800" dirty="0"/>
              <a:t>Lower sensitivity across most specificity values</a:t>
            </a:r>
          </a:p>
          <a:p>
            <a:pPr lvl="2"/>
            <a:r>
              <a:rPr lang="en-CA" sz="1800" dirty="0"/>
              <a:t>Moderate overall performance</a:t>
            </a:r>
          </a:p>
          <a:p>
            <a:r>
              <a:rPr lang="en-US" sz="2000" dirty="0"/>
              <a:t>Overall: </a:t>
            </a:r>
          </a:p>
          <a:p>
            <a:pPr lvl="1"/>
            <a:r>
              <a:rPr lang="en-US" sz="1700" dirty="0"/>
              <a:t>At the gene level, </a:t>
            </a:r>
            <a:r>
              <a:rPr lang="en-US" sz="1700" b="1" dirty="0">
                <a:solidFill>
                  <a:schemeClr val="accent6">
                    <a:lumMod val="75000"/>
                  </a:schemeClr>
                </a:solidFill>
              </a:rPr>
              <a:t>COI</a:t>
            </a:r>
            <a:r>
              <a:rPr lang="en-US" sz="1700" dirty="0"/>
              <a:t> and </a:t>
            </a:r>
            <a:r>
              <a:rPr lang="en-US" sz="1700" b="1" dirty="0">
                <a:solidFill>
                  <a:srgbClr val="7030A0"/>
                </a:solidFill>
              </a:rPr>
              <a:t>COII</a:t>
            </a:r>
            <a:r>
              <a:rPr lang="en-US" sz="1700" dirty="0"/>
              <a:t> are fundamentally distinct genes, so both the Random Forest and SVM classifiers reach perfect performance</a:t>
            </a:r>
          </a:p>
          <a:p>
            <a:pPr lvl="1"/>
            <a:r>
              <a:rPr lang="en-US" sz="1700" dirty="0"/>
              <a:t>At the subfamily level, </a:t>
            </a:r>
            <a:r>
              <a:rPr lang="en-US" sz="1700" b="1" dirty="0" err="1">
                <a:solidFill>
                  <a:srgbClr val="0070C0"/>
                </a:solidFill>
              </a:rPr>
              <a:t>Danainae</a:t>
            </a:r>
            <a:r>
              <a:rPr lang="en-US" sz="1700" dirty="0"/>
              <a:t> and </a:t>
            </a:r>
            <a:r>
              <a:rPr lang="en-US" sz="1700" b="1" dirty="0" err="1">
                <a:solidFill>
                  <a:srgbClr val="FF0000"/>
                </a:solidFill>
              </a:rPr>
              <a:t>Heliconiinae</a:t>
            </a:r>
            <a:r>
              <a:rPr lang="en-US" sz="1700" dirty="0"/>
              <a:t> are closely related evolutionarily and more similar in nucleotide composition</a:t>
            </a:r>
          </a:p>
          <a:p>
            <a:pPr lvl="2"/>
            <a:r>
              <a:rPr lang="en-US" sz="1800" dirty="0"/>
              <a:t>This increases biological overlap, which reduces SVM performance and is better more effectively by Random Forest</a:t>
            </a:r>
          </a:p>
          <a:p>
            <a:pPr lvl="1"/>
            <a:r>
              <a:rPr lang="en-US" sz="1700" dirty="0"/>
              <a:t>This demonstrates a clear performance gap between the two classifiers</a:t>
            </a:r>
          </a:p>
          <a:p>
            <a:pPr lvl="2"/>
            <a:r>
              <a:rPr lang="en-US" sz="1800" dirty="0"/>
              <a:t>While both models can classify subfamilies, Random Forest is substantially more effective than SVM for separating </a:t>
            </a:r>
            <a:r>
              <a:rPr lang="en-US" sz="1800" b="1" dirty="0" err="1">
                <a:solidFill>
                  <a:srgbClr val="0070C0"/>
                </a:solidFill>
              </a:rPr>
              <a:t>Danainae</a:t>
            </a:r>
            <a:r>
              <a:rPr lang="en-US" sz="1800" dirty="0"/>
              <a:t> and </a:t>
            </a:r>
            <a:r>
              <a:rPr lang="en-US" sz="1800" b="1" dirty="0" err="1">
                <a:solidFill>
                  <a:srgbClr val="FF0000"/>
                </a:solidFill>
              </a:rPr>
              <a:t>Heliconiinae</a:t>
            </a:r>
            <a:endParaRPr lang="en-US" sz="1400" b="1" dirty="0">
              <a:solidFill>
                <a:srgbClr val="FF0000"/>
              </a:solidFill>
            </a:endParaRPr>
          </a:p>
          <a:p>
            <a:r>
              <a:rPr lang="en-US" sz="2000" dirty="0"/>
              <a:t>These results were expected, as Random Forest performs better than linear SVM when class boundaries are non-linear and biologically complex [6]</a:t>
            </a:r>
          </a:p>
          <a:p>
            <a:pPr marL="914400" lvl="2" indent="0">
              <a:buNone/>
            </a:pPr>
            <a:endParaRPr lang="en-US" sz="1400" dirty="0"/>
          </a:p>
          <a:p>
            <a:pPr marL="914400" lvl="2" indent="0">
              <a:buNone/>
            </a:pPr>
            <a:endParaRPr lang="en-US" sz="1400" dirty="0"/>
          </a:p>
          <a:p>
            <a:pPr marL="914400" lvl="2" indent="0">
              <a:buNone/>
            </a:pPr>
            <a:endParaRPr lang="en-US" sz="1400" dirty="0"/>
          </a:p>
          <a:p>
            <a:pPr marL="914400" lvl="2" indent="0">
              <a:buNone/>
            </a:pPr>
            <a:endParaRPr lang="en-US" sz="1400" dirty="0"/>
          </a:p>
          <a:p>
            <a:pPr lvl="2"/>
            <a:endParaRPr lang="en-US" sz="1400" dirty="0"/>
          </a:p>
          <a:p>
            <a:endParaRPr lang="en-US" sz="2000" dirty="0"/>
          </a:p>
          <a:p>
            <a:endParaRPr lang="en-CA" sz="2000" dirty="0"/>
          </a:p>
        </p:txBody>
      </p:sp>
      <p:cxnSp>
        <p:nvCxnSpPr>
          <p:cNvPr id="4" name="Straight Connector 3">
            <a:extLst>
              <a:ext uri="{FF2B5EF4-FFF2-40B4-BE49-F238E27FC236}">
                <a16:creationId xmlns:a16="http://schemas.microsoft.com/office/drawing/2014/main" id="{FEBA770E-0538-10BB-DC76-35D81217DE86}"/>
              </a:ext>
            </a:extLst>
          </p:cNvPr>
          <p:cNvCxnSpPr/>
          <p:nvPr/>
        </p:nvCxnSpPr>
        <p:spPr>
          <a:xfrm>
            <a:off x="123371" y="667657"/>
            <a:ext cx="1164771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4039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84D827-86DB-2310-8DA2-BE418140E22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0AD6C0-3758-D450-119E-A4699C047E7C}"/>
              </a:ext>
            </a:extLst>
          </p:cNvPr>
          <p:cNvSpPr>
            <a:spLocks noGrp="1"/>
          </p:cNvSpPr>
          <p:nvPr>
            <p:ph type="title"/>
          </p:nvPr>
        </p:nvSpPr>
        <p:spPr>
          <a:xfrm>
            <a:off x="1115568" y="548640"/>
            <a:ext cx="10168128" cy="1179576"/>
          </a:xfrm>
        </p:spPr>
        <p:txBody>
          <a:bodyPr>
            <a:normAutofit/>
          </a:bodyPr>
          <a:lstStyle/>
          <a:p>
            <a:r>
              <a:rPr lang="en-US" sz="4000"/>
              <a:t>Key Caveats</a:t>
            </a:r>
            <a:endParaRPr lang="en-CA" sz="4000"/>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53BF5BA-8FAF-9EF4-285D-0561ED4564DA}"/>
              </a:ext>
            </a:extLst>
          </p:cNvPr>
          <p:cNvSpPr>
            <a:spLocks noGrp="1"/>
          </p:cNvSpPr>
          <p:nvPr>
            <p:ph idx="1"/>
          </p:nvPr>
        </p:nvSpPr>
        <p:spPr>
          <a:xfrm>
            <a:off x="558208" y="2221991"/>
            <a:ext cx="11343505" cy="4389265"/>
          </a:xfrm>
        </p:spPr>
        <p:txBody>
          <a:bodyPr>
            <a:normAutofit fontScale="92500" lnSpcReduction="10000"/>
          </a:bodyPr>
          <a:lstStyle/>
          <a:p>
            <a:r>
              <a:rPr lang="en-US" sz="1800" dirty="0"/>
              <a:t>Uneven sample sizes: </a:t>
            </a:r>
          </a:p>
          <a:p>
            <a:pPr lvl="1"/>
            <a:r>
              <a:rPr lang="en-US" sz="1800" b="1" dirty="0">
                <a:solidFill>
                  <a:schemeClr val="accent6">
                    <a:lumMod val="75000"/>
                  </a:schemeClr>
                </a:solidFill>
              </a:rPr>
              <a:t>COI</a:t>
            </a:r>
            <a:r>
              <a:rPr lang="en-US" sz="1800" dirty="0"/>
              <a:t> greatly outnumbered </a:t>
            </a:r>
            <a:r>
              <a:rPr lang="en-US" sz="1800" b="1" dirty="0">
                <a:solidFill>
                  <a:srgbClr val="7030A0"/>
                </a:solidFill>
              </a:rPr>
              <a:t>COII</a:t>
            </a:r>
            <a:r>
              <a:rPr lang="en-US" sz="1800" dirty="0"/>
              <a:t>, so the natural database availability is unbalanced</a:t>
            </a:r>
          </a:p>
          <a:p>
            <a:pPr lvl="1"/>
            <a:r>
              <a:rPr lang="en-US" sz="1800" dirty="0"/>
              <a:t>Subfamily sample sizes also differed in the natural data</a:t>
            </a:r>
          </a:p>
          <a:p>
            <a:r>
              <a:rPr lang="en-US" sz="1800" dirty="0"/>
              <a:t>Biological imbalance in task difficulty for classifier: </a:t>
            </a:r>
          </a:p>
          <a:p>
            <a:pPr lvl="1"/>
            <a:r>
              <a:rPr lang="en-US" sz="1800" dirty="0"/>
              <a:t>gene classification is inherently easier than subfamily classification [2] [6]</a:t>
            </a:r>
          </a:p>
          <a:p>
            <a:pPr lvl="1"/>
            <a:r>
              <a:rPr lang="en-US" sz="1800" b="1" dirty="0">
                <a:solidFill>
                  <a:schemeClr val="accent6">
                    <a:lumMod val="75000"/>
                  </a:schemeClr>
                </a:solidFill>
              </a:rPr>
              <a:t>COI</a:t>
            </a:r>
            <a:r>
              <a:rPr lang="en-US" sz="1800" dirty="0"/>
              <a:t> and </a:t>
            </a:r>
            <a:r>
              <a:rPr lang="en-US" sz="1800" b="1" dirty="0">
                <a:solidFill>
                  <a:srgbClr val="7030A0"/>
                </a:solidFill>
              </a:rPr>
              <a:t>COII</a:t>
            </a:r>
            <a:r>
              <a:rPr lang="en-US" sz="1800" dirty="0"/>
              <a:t> more genetically distinct than the subfamilies</a:t>
            </a:r>
          </a:p>
          <a:p>
            <a:r>
              <a:rPr lang="en-US" sz="1800" dirty="0"/>
              <a:t>Generalizability: </a:t>
            </a:r>
          </a:p>
          <a:p>
            <a:pPr lvl="1"/>
            <a:r>
              <a:rPr lang="en-US" sz="1800" dirty="0"/>
              <a:t>results may not transfer to other taxa or other genetic markers depending on how well sampled they are</a:t>
            </a:r>
          </a:p>
          <a:p>
            <a:r>
              <a:rPr lang="en-US" sz="1800" dirty="0"/>
              <a:t>Feature simplicity:</a:t>
            </a:r>
          </a:p>
          <a:p>
            <a:pPr lvl="1"/>
            <a:r>
              <a:rPr lang="en-US" sz="1800" dirty="0"/>
              <a:t>Classifiers relied on nucleotide proportions and dinucleotide frequencies</a:t>
            </a:r>
          </a:p>
          <a:p>
            <a:pPr lvl="1"/>
            <a:r>
              <a:rPr lang="en-US" sz="1800" dirty="0"/>
              <a:t>More complex features (k-</a:t>
            </a:r>
            <a:r>
              <a:rPr lang="en-US" sz="1800" dirty="0" err="1"/>
              <a:t>mer</a:t>
            </a:r>
            <a:r>
              <a:rPr lang="en-US" sz="1800" dirty="0"/>
              <a:t> &gt;2) might improve subfamily-level classification</a:t>
            </a:r>
          </a:p>
          <a:p>
            <a:r>
              <a:rPr lang="en-US" sz="1800" dirty="0"/>
              <a:t>Could have found 2 genes that were more closely related </a:t>
            </a:r>
          </a:p>
          <a:p>
            <a:pPr lvl="1"/>
            <a:r>
              <a:rPr lang="en-US" sz="1800" dirty="0"/>
              <a:t>I originally was comparing </a:t>
            </a:r>
            <a:r>
              <a:rPr lang="en-US" sz="1800" b="1" dirty="0">
                <a:solidFill>
                  <a:schemeClr val="accent6">
                    <a:lumMod val="75000"/>
                  </a:schemeClr>
                </a:solidFill>
              </a:rPr>
              <a:t>COI</a:t>
            </a:r>
            <a:r>
              <a:rPr lang="en-US" sz="1800" dirty="0"/>
              <a:t> vs </a:t>
            </a:r>
            <a:r>
              <a:rPr lang="en-US" sz="1800" dirty="0" err="1"/>
              <a:t>CytB</a:t>
            </a:r>
            <a:r>
              <a:rPr lang="en-US" sz="1800" dirty="0"/>
              <a:t>, but was having complications downloading </a:t>
            </a:r>
            <a:r>
              <a:rPr lang="en-US" sz="1800" dirty="0" err="1"/>
              <a:t>cytb</a:t>
            </a:r>
            <a:r>
              <a:rPr lang="en-US" sz="1800" dirty="0"/>
              <a:t>/cytochrome b/</a:t>
            </a:r>
            <a:r>
              <a:rPr lang="en-US" sz="1800" dirty="0" err="1"/>
              <a:t>CytB</a:t>
            </a:r>
            <a:r>
              <a:rPr lang="en-US" sz="1800" dirty="0"/>
              <a:t> data specifically for </a:t>
            </a:r>
            <a:r>
              <a:rPr lang="en-US" sz="1800" b="1" dirty="0" err="1">
                <a:solidFill>
                  <a:srgbClr val="FF0000"/>
                </a:solidFill>
              </a:rPr>
              <a:t>Heliconiinae</a:t>
            </a:r>
            <a:r>
              <a:rPr lang="en-US" sz="1800" dirty="0"/>
              <a:t> so chose to compare </a:t>
            </a:r>
            <a:r>
              <a:rPr lang="en-US" sz="1800" b="1" dirty="0">
                <a:solidFill>
                  <a:schemeClr val="accent6">
                    <a:lumMod val="75000"/>
                  </a:schemeClr>
                </a:solidFill>
              </a:rPr>
              <a:t>COI</a:t>
            </a:r>
            <a:r>
              <a:rPr lang="en-US" sz="1800" dirty="0"/>
              <a:t> vs </a:t>
            </a:r>
            <a:r>
              <a:rPr lang="en-US" sz="1800" b="1" dirty="0">
                <a:solidFill>
                  <a:srgbClr val="7030A0"/>
                </a:solidFill>
              </a:rPr>
              <a:t>COII</a:t>
            </a:r>
            <a:r>
              <a:rPr lang="en-US" sz="1800" dirty="0"/>
              <a:t> which are more genetically distinct and therefore allow for easy classification</a:t>
            </a:r>
          </a:p>
          <a:p>
            <a:pPr lvl="1"/>
            <a:endParaRPr lang="en-US" sz="1800" dirty="0"/>
          </a:p>
          <a:p>
            <a:pPr marL="457200" lvl="1" indent="0">
              <a:buNone/>
            </a:pPr>
            <a:endParaRPr lang="en-CA" sz="1800" dirty="0"/>
          </a:p>
        </p:txBody>
      </p:sp>
    </p:spTree>
    <p:extLst>
      <p:ext uri="{BB962C8B-B14F-4D97-AF65-F5344CB8AC3E}">
        <p14:creationId xmlns:p14="http://schemas.microsoft.com/office/powerpoint/2010/main" val="2989796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9AC7EF-15CF-59A4-779A-436D7BB1FB31}"/>
              </a:ext>
            </a:extLst>
          </p:cNvPr>
          <p:cNvSpPr>
            <a:spLocks noGrp="1"/>
          </p:cNvSpPr>
          <p:nvPr>
            <p:ph type="title"/>
          </p:nvPr>
        </p:nvSpPr>
        <p:spPr>
          <a:xfrm>
            <a:off x="1115568" y="548640"/>
            <a:ext cx="10168128" cy="1179576"/>
          </a:xfrm>
        </p:spPr>
        <p:txBody>
          <a:bodyPr>
            <a:normAutofit/>
          </a:bodyPr>
          <a:lstStyle/>
          <a:p>
            <a:r>
              <a:rPr lang="en-US" sz="4000"/>
              <a:t>Next Steps</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F7EBF70-E330-1C3A-DD4F-6B9FB9670EEA}"/>
              </a:ext>
            </a:extLst>
          </p:cNvPr>
          <p:cNvSpPr>
            <a:spLocks noGrp="1"/>
          </p:cNvSpPr>
          <p:nvPr>
            <p:ph idx="1"/>
          </p:nvPr>
        </p:nvSpPr>
        <p:spPr>
          <a:xfrm>
            <a:off x="566928" y="2221992"/>
            <a:ext cx="11218672" cy="4345722"/>
          </a:xfrm>
        </p:spPr>
        <p:txBody>
          <a:bodyPr>
            <a:normAutofit/>
          </a:bodyPr>
          <a:lstStyle/>
          <a:p>
            <a:r>
              <a:rPr lang="en-US" sz="2400" dirty="0"/>
              <a:t>Expand classification across taxonomic levels</a:t>
            </a:r>
          </a:p>
          <a:p>
            <a:pPr lvl="1"/>
            <a:r>
              <a:rPr lang="en-US" dirty="0"/>
              <a:t>Compare how classification accuracy changes across species → genus → subfamily → family</a:t>
            </a:r>
          </a:p>
          <a:p>
            <a:r>
              <a:rPr lang="en-US" sz="2400" dirty="0"/>
              <a:t>Add additional genetic markers that are less distinct in the nucleotide composition</a:t>
            </a:r>
          </a:p>
          <a:p>
            <a:pPr lvl="1"/>
            <a:r>
              <a:rPr lang="en-US" dirty="0"/>
              <a:t>Other mitochondrial genes</a:t>
            </a:r>
          </a:p>
          <a:p>
            <a:r>
              <a:rPr lang="en-US" sz="2400" dirty="0"/>
              <a:t>Test additional machine-learning models</a:t>
            </a:r>
          </a:p>
          <a:p>
            <a:pPr lvl="1"/>
            <a:r>
              <a:rPr lang="en-US" dirty="0"/>
              <a:t>Decision tree, KNN, non-linear SVM</a:t>
            </a:r>
          </a:p>
          <a:p>
            <a:r>
              <a:rPr lang="en-US" sz="2400" dirty="0"/>
              <a:t>Enhance feature complexity</a:t>
            </a:r>
          </a:p>
          <a:p>
            <a:pPr lvl="1"/>
            <a:r>
              <a:rPr lang="en-US" dirty="0"/>
              <a:t>Add k-</a:t>
            </a:r>
            <a:r>
              <a:rPr lang="en-US" dirty="0" err="1"/>
              <a:t>mer</a:t>
            </a:r>
            <a:r>
              <a:rPr lang="en-US" dirty="0"/>
              <a:t> &gt; 2, amino acid composition</a:t>
            </a:r>
          </a:p>
          <a:p>
            <a:pPr marL="457200" lvl="1" indent="0">
              <a:buNone/>
            </a:pPr>
            <a:endParaRPr lang="en-CA" dirty="0"/>
          </a:p>
        </p:txBody>
      </p:sp>
    </p:spTree>
    <p:extLst>
      <p:ext uri="{BB962C8B-B14F-4D97-AF65-F5344CB8AC3E}">
        <p14:creationId xmlns:p14="http://schemas.microsoft.com/office/powerpoint/2010/main" val="655652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A865E6-FDD5-28E6-DA99-9EC24720F7A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D65752-47CB-B863-B704-B44C1EE3BBB2}"/>
              </a:ext>
            </a:extLst>
          </p:cNvPr>
          <p:cNvSpPr>
            <a:spLocks noGrp="1"/>
          </p:cNvSpPr>
          <p:nvPr>
            <p:ph type="title"/>
          </p:nvPr>
        </p:nvSpPr>
        <p:spPr>
          <a:xfrm>
            <a:off x="1115568" y="548640"/>
            <a:ext cx="10168128" cy="1179576"/>
          </a:xfrm>
        </p:spPr>
        <p:txBody>
          <a:bodyPr>
            <a:normAutofit/>
          </a:bodyPr>
          <a:lstStyle/>
          <a:p>
            <a:r>
              <a:rPr lang="en-US" sz="4000"/>
              <a:t>Acknowledgements</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D4F33E0-CE60-EA31-C84E-77BD5377859A}"/>
              </a:ext>
            </a:extLst>
          </p:cNvPr>
          <p:cNvSpPr>
            <a:spLocks noGrp="1"/>
          </p:cNvSpPr>
          <p:nvPr>
            <p:ph idx="1"/>
          </p:nvPr>
        </p:nvSpPr>
        <p:spPr>
          <a:xfrm>
            <a:off x="626850" y="2276855"/>
            <a:ext cx="11095758" cy="4102173"/>
          </a:xfrm>
        </p:spPr>
        <p:txBody>
          <a:bodyPr>
            <a:normAutofit/>
          </a:bodyPr>
          <a:lstStyle/>
          <a:p>
            <a:pPr lvl="1"/>
            <a:r>
              <a:rPr lang="en-US" sz="2200" dirty="0"/>
              <a:t>Sabrina: Helped me build the function to download data from NCBI and also looked over my slideshow and gave me useful tips to make it look more presentable</a:t>
            </a:r>
          </a:p>
          <a:p>
            <a:pPr lvl="1"/>
            <a:endParaRPr lang="en-US" sz="2200" dirty="0"/>
          </a:p>
          <a:p>
            <a:pPr lvl="1"/>
            <a:r>
              <a:rPr lang="en-US" sz="2200" dirty="0"/>
              <a:t>Saira: Was able to look over my script and provide me with very useful advice on how to improve it so that I can interpret my results better</a:t>
            </a:r>
          </a:p>
          <a:p>
            <a:pPr lvl="1"/>
            <a:endParaRPr lang="en-US" sz="2200" dirty="0"/>
          </a:p>
          <a:p>
            <a:pPr lvl="1"/>
            <a:r>
              <a:rPr lang="en-US" sz="2200" dirty="0"/>
              <a:t>I think because classes ended and I wasn’t seeing people in person, there was less helpful communication between peers about how to improve each other’s code and project</a:t>
            </a:r>
            <a:endParaRPr lang="en-CA" sz="2200" dirty="0"/>
          </a:p>
        </p:txBody>
      </p:sp>
    </p:spTree>
    <p:extLst>
      <p:ext uri="{BB962C8B-B14F-4D97-AF65-F5344CB8AC3E}">
        <p14:creationId xmlns:p14="http://schemas.microsoft.com/office/powerpoint/2010/main" val="429444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B01A4F-2653-CA4D-6FC3-F4B5A08F82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3E4881-16FE-A299-E5F2-C2EE910ECB6F}"/>
              </a:ext>
            </a:extLst>
          </p:cNvPr>
          <p:cNvSpPr>
            <a:spLocks noGrp="1"/>
          </p:cNvSpPr>
          <p:nvPr>
            <p:ph type="title"/>
          </p:nvPr>
        </p:nvSpPr>
        <p:spPr>
          <a:xfrm>
            <a:off x="1115568" y="548640"/>
            <a:ext cx="10168128" cy="1179576"/>
          </a:xfrm>
        </p:spPr>
        <p:txBody>
          <a:bodyPr>
            <a:normAutofit/>
          </a:bodyPr>
          <a:lstStyle/>
          <a:p>
            <a:r>
              <a:rPr lang="en-US" sz="4000"/>
              <a:t>Reflection</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7C15071-94FB-301A-FABD-38C78DBE984C}"/>
              </a:ext>
            </a:extLst>
          </p:cNvPr>
          <p:cNvSpPr>
            <a:spLocks noGrp="1"/>
          </p:cNvSpPr>
          <p:nvPr>
            <p:ph idx="1"/>
          </p:nvPr>
        </p:nvSpPr>
        <p:spPr>
          <a:xfrm>
            <a:off x="566928" y="2313010"/>
            <a:ext cx="11155680" cy="4102304"/>
          </a:xfrm>
        </p:spPr>
        <p:txBody>
          <a:bodyPr>
            <a:normAutofit/>
          </a:bodyPr>
          <a:lstStyle/>
          <a:p>
            <a:pPr marL="0" indent="0">
              <a:buNone/>
            </a:pPr>
            <a:r>
              <a:rPr lang="en-US" sz="2000" dirty="0"/>
              <a:t>Completing this project helped me meaningfully connect theoretical concepts from BINF 6210 with hands-on bioinformatics practice, especially in applying machine learning to real biological data. I gained confidence in working with large public genetic datasets, cleaning and filtering sequence data, engineering meaningful features, and evaluating classifier performance using ROC curves and AUC. One of the most important lessons I learned was that strong model performance is not just about choosing the “best” algorithm, but about understanding the biological context, feature design, and limitations of the data. I also strengthened my troubleshooting, scripting, and workflow organization skills—particularly in building a fully reproducible analysis pipeline in R. On a personal level, this project reinforced the importance of time management, breaking large tasks into smaller steps, and seeking help early when challenges arose. Moving forward into BINF*6999 and a future career in bioinformatics, I want to continue developing my skills in advanced machine learning, multi-</a:t>
            </a:r>
            <a:r>
              <a:rPr lang="en-US" sz="2000" dirty="0" err="1"/>
              <a:t>omic</a:t>
            </a:r>
            <a:r>
              <a:rPr lang="en-US" sz="2000" dirty="0"/>
              <a:t> data integration, and pipeline automation, while also improving my scientific communication and project planning skills.</a:t>
            </a:r>
          </a:p>
          <a:p>
            <a:pPr marL="457200" lvl="1" indent="0">
              <a:buNone/>
            </a:pPr>
            <a:endParaRPr lang="en-CA" sz="2000" dirty="0"/>
          </a:p>
        </p:txBody>
      </p:sp>
    </p:spTree>
    <p:extLst>
      <p:ext uri="{BB962C8B-B14F-4D97-AF65-F5344CB8AC3E}">
        <p14:creationId xmlns:p14="http://schemas.microsoft.com/office/powerpoint/2010/main" val="444740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890BC4-DD01-45B3-0E64-1586FA8B3A33}"/>
              </a:ext>
            </a:extLst>
          </p:cNvPr>
          <p:cNvSpPr>
            <a:spLocks noGrp="1"/>
          </p:cNvSpPr>
          <p:nvPr>
            <p:ph type="title"/>
          </p:nvPr>
        </p:nvSpPr>
        <p:spPr>
          <a:xfrm>
            <a:off x="1115568" y="548640"/>
            <a:ext cx="10168128" cy="1179576"/>
          </a:xfrm>
        </p:spPr>
        <p:txBody>
          <a:bodyPr>
            <a:normAutofit/>
          </a:bodyPr>
          <a:lstStyle/>
          <a:p>
            <a:r>
              <a:rPr lang="en-US" sz="4000"/>
              <a:t>References</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6CE5E57-3E40-F430-4C43-AE1D445870B6}"/>
              </a:ext>
            </a:extLst>
          </p:cNvPr>
          <p:cNvSpPr>
            <a:spLocks noGrp="1"/>
          </p:cNvSpPr>
          <p:nvPr>
            <p:ph idx="1"/>
          </p:nvPr>
        </p:nvSpPr>
        <p:spPr>
          <a:xfrm>
            <a:off x="626849" y="1952171"/>
            <a:ext cx="11155679" cy="4818743"/>
          </a:xfrm>
        </p:spPr>
        <p:txBody>
          <a:bodyPr>
            <a:normAutofit/>
          </a:bodyPr>
          <a:lstStyle/>
          <a:p>
            <a:pPr marL="0" indent="0">
              <a:buNone/>
            </a:pPr>
            <a:r>
              <a:rPr lang="en-CA" sz="1400" dirty="0"/>
              <a:t>[1] Caterino, M. S., &amp; Sperling, F. A. (1999). Papilio phylogeny based on mitochondrial cytochrome oxidase I and II genes. </a:t>
            </a:r>
            <a:r>
              <a:rPr lang="en-CA" sz="1400" i="1" dirty="0"/>
              <a:t>Molecular Phylogenetics and Evolution</a:t>
            </a:r>
            <a:r>
              <a:rPr lang="en-CA" sz="1400" dirty="0"/>
              <a:t>, </a:t>
            </a:r>
            <a:r>
              <a:rPr lang="en-CA" sz="1400" i="1" dirty="0"/>
              <a:t>11</a:t>
            </a:r>
            <a:r>
              <a:rPr lang="en-CA" sz="1400" dirty="0"/>
              <a:t>(1), 122. </a:t>
            </a:r>
            <a:r>
              <a:rPr lang="en-CA" sz="1400" dirty="0">
                <a:hlinkClick r:id="rId2"/>
              </a:rPr>
              <a:t>https://doi.org/10.1006/mpev.1998.0549</a:t>
            </a:r>
            <a:endParaRPr lang="en-US" sz="1400" dirty="0"/>
          </a:p>
          <a:p>
            <a:pPr marL="0" indent="0">
              <a:buNone/>
            </a:pPr>
            <a:r>
              <a:rPr lang="en-US" sz="1400" dirty="0"/>
              <a:t>[2] Cutler, D. R., Edwards, T. C. J., Beard, K. H., Cutler, A., Hess, K. T., Gibson, J., &amp; Lawler, J. J. (2007). Random forests for classification in ecology. </a:t>
            </a:r>
            <a:r>
              <a:rPr lang="en-US" sz="1400" i="1" dirty="0"/>
              <a:t>Ecology (Durham)</a:t>
            </a:r>
            <a:r>
              <a:rPr lang="en-US" sz="1400" dirty="0"/>
              <a:t>, </a:t>
            </a:r>
            <a:r>
              <a:rPr lang="en-US" sz="1400" i="1" dirty="0"/>
              <a:t>88</a:t>
            </a:r>
            <a:r>
              <a:rPr lang="en-US" sz="1400" dirty="0"/>
              <a:t>(11), 2783–2792. </a:t>
            </a:r>
            <a:r>
              <a:rPr lang="en-US" sz="1400" dirty="0">
                <a:hlinkClick r:id="rId3"/>
              </a:rPr>
              <a:t>https://doi.org/10.1890/07-0539.1</a:t>
            </a:r>
            <a:endParaRPr lang="en-US" sz="1400" dirty="0"/>
          </a:p>
          <a:p>
            <a:pPr marL="0" indent="0">
              <a:buNone/>
            </a:pPr>
            <a:r>
              <a:rPr lang="en-US" sz="1400" dirty="0"/>
              <a:t>[3] Ghazanfar, M., Malik, M. F., Hussain, M., Iqbal, R., &amp; Younas, M. (2016). Butterflies and their contribution in ecosystem: A review. </a:t>
            </a:r>
            <a:r>
              <a:rPr lang="en-US" sz="1400" i="1" dirty="0"/>
              <a:t>Journal of Entomology and Zoology Studies</a:t>
            </a:r>
            <a:r>
              <a:rPr lang="en-US" sz="1400" dirty="0"/>
              <a:t>, </a:t>
            </a:r>
            <a:r>
              <a:rPr lang="en-US" sz="1400" i="1" dirty="0"/>
              <a:t>4</a:t>
            </a:r>
            <a:r>
              <a:rPr lang="en-US" sz="1400" dirty="0"/>
              <a:t>(2), 115-118.</a:t>
            </a:r>
          </a:p>
          <a:p>
            <a:pPr marL="0" indent="0">
              <a:buNone/>
            </a:pPr>
            <a:r>
              <a:rPr lang="en-CA" sz="1400" dirty="0"/>
              <a:t>[4] Guo, M., Yuan, C., Tao, L., Cai, Y., &amp; Zhang, W. (2022). Life barcoded by DNA barcodes. </a:t>
            </a:r>
            <a:r>
              <a:rPr lang="en-CA" sz="1400" i="1" dirty="0"/>
              <a:t>Conservation Genetics Resources</a:t>
            </a:r>
            <a:r>
              <a:rPr lang="en-CA" sz="1400" dirty="0"/>
              <a:t>, </a:t>
            </a:r>
            <a:r>
              <a:rPr lang="en-CA" sz="1400" i="1" dirty="0"/>
              <a:t>14</a:t>
            </a:r>
            <a:r>
              <a:rPr lang="en-CA" sz="1400" dirty="0"/>
              <a:t>(4), 351–365. </a:t>
            </a:r>
            <a:r>
              <a:rPr lang="en-CA" sz="1400" dirty="0">
                <a:hlinkClick r:id="rId4"/>
              </a:rPr>
              <a:t>https://doi.org/10.1007/s12686-022-01291-2</a:t>
            </a:r>
            <a:endParaRPr lang="en-US" sz="1400" dirty="0"/>
          </a:p>
          <a:p>
            <a:pPr marL="0" indent="0">
              <a:buNone/>
            </a:pPr>
            <a:r>
              <a:rPr lang="en-US" sz="1400" dirty="0"/>
              <a:t>[5] Hebert, P. D. N., </a:t>
            </a:r>
            <a:r>
              <a:rPr lang="en-US" sz="1400" dirty="0" err="1"/>
              <a:t>Cywinska</a:t>
            </a:r>
            <a:r>
              <a:rPr lang="en-US" sz="1400" dirty="0"/>
              <a:t>, A., Ball, S. L., &amp; </a:t>
            </a:r>
            <a:r>
              <a:rPr lang="en-US" sz="1400" dirty="0" err="1"/>
              <a:t>deWaard</a:t>
            </a:r>
            <a:r>
              <a:rPr lang="en-US" sz="1400" dirty="0"/>
              <a:t>, J. R. (2003). Biological identifications through DNA barcodes. </a:t>
            </a:r>
            <a:r>
              <a:rPr lang="en-US" sz="1400" i="1" dirty="0"/>
              <a:t>Proceedings of the Royal Society B : Biological Sciences</a:t>
            </a:r>
            <a:r>
              <a:rPr lang="en-US" sz="1400" dirty="0"/>
              <a:t>, </a:t>
            </a:r>
            <a:r>
              <a:rPr lang="en-US" sz="1400" i="1" dirty="0"/>
              <a:t>270</a:t>
            </a:r>
            <a:r>
              <a:rPr lang="en-US" sz="1400" dirty="0"/>
              <a:t>(1512), 313–321. </a:t>
            </a:r>
            <a:r>
              <a:rPr lang="en-US" sz="1400" dirty="0">
                <a:hlinkClick r:id="rId5"/>
              </a:rPr>
              <a:t>https://doi.org/10.1098/rspb.2002.2218</a:t>
            </a:r>
            <a:endParaRPr lang="en-US" sz="1400" dirty="0"/>
          </a:p>
          <a:p>
            <a:pPr marL="0" indent="0">
              <a:buNone/>
            </a:pPr>
            <a:r>
              <a:rPr lang="en-US" sz="1400" dirty="0"/>
              <a:t>[6] </a:t>
            </a:r>
            <a:r>
              <a:rPr lang="en-US" sz="1400" dirty="0" err="1"/>
              <a:t>Statnikov</a:t>
            </a:r>
            <a:r>
              <a:rPr lang="en-US" sz="1400" dirty="0"/>
              <a:t>, A., Wang, L., &amp; Aliferis, C. F. (2008). A comprehensive comparison of random forests and support vector machines for microarray-based cancer classification. </a:t>
            </a:r>
            <a:r>
              <a:rPr lang="en-US" sz="1400" i="1" dirty="0"/>
              <a:t>BMC Bioinformatics</a:t>
            </a:r>
            <a:r>
              <a:rPr lang="en-US" sz="1400" dirty="0"/>
              <a:t>, </a:t>
            </a:r>
            <a:r>
              <a:rPr lang="en-US" sz="1400" i="1" dirty="0"/>
              <a:t>9</a:t>
            </a:r>
            <a:r>
              <a:rPr lang="en-US" sz="1400" dirty="0"/>
              <a:t>(1), Article 319. </a:t>
            </a:r>
            <a:r>
              <a:rPr lang="en-US" sz="1400" dirty="0">
                <a:hlinkClick r:id="rId6"/>
              </a:rPr>
              <a:t>https://doi.org/10.1186/1471-2105-9-319</a:t>
            </a:r>
            <a:endParaRPr lang="en-US" sz="1400" dirty="0"/>
          </a:p>
          <a:p>
            <a:pPr marL="0" indent="0">
              <a:buNone/>
            </a:pPr>
            <a:r>
              <a:rPr lang="en-US" sz="1400" b="1" dirty="0"/>
              <a:t>R documentation</a:t>
            </a:r>
          </a:p>
          <a:p>
            <a:pPr marL="0" indent="0">
              <a:buNone/>
            </a:pPr>
            <a:r>
              <a:rPr lang="fr-FR" sz="1400" dirty="0" err="1"/>
              <a:t>svm</a:t>
            </a:r>
            <a:r>
              <a:rPr lang="fr-FR" sz="1400" dirty="0"/>
              <a:t> </a:t>
            </a:r>
            <a:r>
              <a:rPr lang="fr-FR" sz="1400" dirty="0" err="1"/>
              <a:t>function</a:t>
            </a:r>
            <a:r>
              <a:rPr lang="fr-FR" sz="1400" dirty="0"/>
              <a:t> - </a:t>
            </a:r>
            <a:r>
              <a:rPr lang="fr-FR" sz="1400" dirty="0" err="1"/>
              <a:t>RDocumentation</a:t>
            </a:r>
            <a:r>
              <a:rPr lang="fr-FR" sz="1400" dirty="0"/>
              <a:t>. (2024). Rdocumentation.org. </a:t>
            </a:r>
            <a:r>
              <a:rPr lang="fr-FR" sz="1400" dirty="0">
                <a:hlinkClick r:id="rId7"/>
              </a:rPr>
              <a:t>https://www.rdocumentation.org/packages/e1071/versions/1.7-16/topics/svm</a:t>
            </a:r>
            <a:endParaRPr lang="fr-FR" sz="1400" dirty="0"/>
          </a:p>
          <a:p>
            <a:pPr marL="0" indent="0">
              <a:buNone/>
            </a:pPr>
            <a:r>
              <a:rPr lang="en-US" sz="1400" dirty="0" err="1"/>
              <a:t>TechVidvan</a:t>
            </a:r>
            <a:r>
              <a:rPr lang="en-US" sz="1400" dirty="0"/>
              <a:t> Team. (2020, May 17). SVM in R for Data Classification using e1071 Package. </a:t>
            </a:r>
            <a:r>
              <a:rPr lang="en-US" sz="1400" dirty="0" err="1"/>
              <a:t>TechVidvan</a:t>
            </a:r>
            <a:r>
              <a:rPr lang="en-US" sz="1400" dirty="0"/>
              <a:t>. </a:t>
            </a:r>
            <a:r>
              <a:rPr lang="en-US" sz="1400" dirty="0">
                <a:hlinkClick r:id="rId8"/>
              </a:rPr>
              <a:t>https://techvidvan.com/tutorials/svm-in-r/</a:t>
            </a:r>
            <a:endParaRPr lang="en-US" sz="1400" dirty="0"/>
          </a:p>
          <a:p>
            <a:pPr marL="0" indent="0">
              <a:buNone/>
            </a:pPr>
            <a:r>
              <a:rPr lang="fr-FR" sz="1400" dirty="0" err="1"/>
              <a:t>roc.curve</a:t>
            </a:r>
            <a:r>
              <a:rPr lang="fr-FR" sz="1400" dirty="0"/>
              <a:t> </a:t>
            </a:r>
            <a:r>
              <a:rPr lang="fr-FR" sz="1400" dirty="0" err="1"/>
              <a:t>function</a:t>
            </a:r>
            <a:r>
              <a:rPr lang="fr-FR" sz="1400" dirty="0"/>
              <a:t> - </a:t>
            </a:r>
            <a:r>
              <a:rPr lang="fr-FR" sz="1400" dirty="0" err="1"/>
              <a:t>RDocumentation</a:t>
            </a:r>
            <a:r>
              <a:rPr lang="fr-FR" sz="1400" dirty="0"/>
              <a:t>. (2015). Rdocumentation.org. </a:t>
            </a:r>
            <a:r>
              <a:rPr lang="fr-FR" sz="1400" dirty="0">
                <a:hlinkClick r:id="rId9"/>
              </a:rPr>
              <a:t>https://www.rdocumentation.org/packages/PRROC/versions/1.3.1/topics/roc.curve</a:t>
            </a:r>
            <a:endParaRPr lang="fr-FR" sz="1400" dirty="0"/>
          </a:p>
          <a:p>
            <a:pPr marL="0" indent="0">
              <a:buNone/>
            </a:pPr>
            <a:r>
              <a:rPr lang="en-US" sz="1400" dirty="0"/>
              <a:t>Rickert, J. (2019). Some R Packages for ROC Curves. Rstudio.com. </a:t>
            </a:r>
            <a:r>
              <a:rPr lang="en-US" sz="1400" dirty="0">
                <a:hlinkClick r:id="rId10"/>
              </a:rPr>
              <a:t>https://rviews.rstudio.com/2019/03/01/some-r-packages-for-roc-curves/</a:t>
            </a:r>
            <a:r>
              <a:rPr lang="en-US" sz="1400" dirty="0"/>
              <a:t> </a:t>
            </a:r>
            <a:endParaRPr lang="fr-FR" sz="1400" dirty="0"/>
          </a:p>
          <a:p>
            <a:pPr marL="0" indent="0">
              <a:buNone/>
            </a:pPr>
            <a:endParaRPr lang="en-US" sz="1400" dirty="0"/>
          </a:p>
          <a:p>
            <a:endParaRPr lang="en-CA" sz="1800" dirty="0"/>
          </a:p>
        </p:txBody>
      </p:sp>
    </p:spTree>
    <p:extLst>
      <p:ext uri="{BB962C8B-B14F-4D97-AF65-F5344CB8AC3E}">
        <p14:creationId xmlns:p14="http://schemas.microsoft.com/office/powerpoint/2010/main" val="2928924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2617</TotalTime>
  <Words>2350</Words>
  <Application>Microsoft Office PowerPoint</Application>
  <PresentationFormat>Widescreen</PresentationFormat>
  <Paragraphs>181</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Machine Learning Classification of Butterfly Subfamilies and Mitochondrial Genes</vt:lpstr>
      <vt:lpstr>Classifying butterflies and its scientific relevance</vt:lpstr>
      <vt:lpstr>Gap in knowledge</vt:lpstr>
      <vt:lpstr>Objective</vt:lpstr>
      <vt:lpstr>Description of datasets</vt:lpstr>
      <vt:lpstr>Description of datasets</vt:lpstr>
      <vt:lpstr>Methods</vt:lpstr>
      <vt:lpstr>PowerPoint Presentation</vt:lpstr>
      <vt:lpstr>PowerPoint Presentation</vt:lpstr>
      <vt:lpstr>COI is a more reliable and standardized barcode marker than COII</vt:lpstr>
      <vt:lpstr>PowerPoint Presentation</vt:lpstr>
      <vt:lpstr>PowerPoint Presentation</vt:lpstr>
      <vt:lpstr>Gene-level classification is more accurate than subfamily-level classification</vt:lpstr>
      <vt:lpstr>PowerPoint Presentation</vt:lpstr>
      <vt:lpstr>PowerPoint Presentation</vt:lpstr>
      <vt:lpstr>Random Forest is better suited for complex ecological classification</vt:lpstr>
      <vt:lpstr>Key Caveats</vt:lpstr>
      <vt:lpstr>Next Steps</vt:lpstr>
      <vt:lpstr>Acknowledgements</vt:lpstr>
      <vt:lpstr>Reflection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Sharon Tsukernik</dc:creator>
  <cp:lastModifiedBy>Sharon Tsukernik</cp:lastModifiedBy>
  <cp:revision>1</cp:revision>
  <dcterms:created xsi:type="dcterms:W3CDTF">2025-12-02T17:35:46Z</dcterms:created>
  <dcterms:modified xsi:type="dcterms:W3CDTF">2025-12-05T23:25:56Z</dcterms:modified>
</cp:coreProperties>
</file>